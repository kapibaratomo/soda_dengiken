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8A6"/>
    <a:srgbClr val="556947"/>
    <a:srgbClr val="B2D28A"/>
    <a:srgbClr val="D4D57A"/>
    <a:srgbClr val="FA6B58"/>
    <a:srgbClr val="2D715A"/>
    <a:srgbClr val="FFBE00"/>
    <a:srgbClr val="124365"/>
    <a:srgbClr val="9BA0A0"/>
    <a:srgbClr val="B0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1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58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89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07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05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950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01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3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89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32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33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88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C509A-4048-4C71-8500-06004EBDA35C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41BAE-B219-4BAB-9F2C-D493612524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89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グループ化 205">
            <a:extLst>
              <a:ext uri="{FF2B5EF4-FFF2-40B4-BE49-F238E27FC236}">
                <a16:creationId xmlns:a16="http://schemas.microsoft.com/office/drawing/2014/main" id="{EBBD51AB-ECE7-CB83-81D7-15C4C8392A6B}"/>
              </a:ext>
            </a:extLst>
          </p:cNvPr>
          <p:cNvGrpSpPr/>
          <p:nvPr/>
        </p:nvGrpSpPr>
        <p:grpSpPr>
          <a:xfrm>
            <a:off x="1020826" y="287054"/>
            <a:ext cx="8061481" cy="5961004"/>
            <a:chOff x="1020826" y="287054"/>
            <a:chExt cx="8061481" cy="5961004"/>
          </a:xfrm>
        </p:grpSpPr>
        <p:sp>
          <p:nvSpPr>
            <p:cNvPr id="215" name="四角形: 角を丸くする 214">
              <a:extLst>
                <a:ext uri="{FF2B5EF4-FFF2-40B4-BE49-F238E27FC236}">
                  <a16:creationId xmlns:a16="http://schemas.microsoft.com/office/drawing/2014/main" id="{E061646E-322C-E952-57FA-0BD811AADF6E}"/>
                </a:ext>
              </a:extLst>
            </p:cNvPr>
            <p:cNvSpPr/>
            <p:nvPr/>
          </p:nvSpPr>
          <p:spPr>
            <a:xfrm>
              <a:off x="1768078" y="5376303"/>
              <a:ext cx="1378769" cy="871755"/>
            </a:xfrm>
            <a:prstGeom prst="roundRect">
              <a:avLst/>
            </a:prstGeom>
            <a:solidFill>
              <a:srgbClr val="124365"/>
            </a:solidFill>
            <a:ln>
              <a:solidFill>
                <a:srgbClr val="1243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UART</a:t>
              </a:r>
            </a:p>
          </p:txBody>
        </p:sp>
        <p:sp>
          <p:nvSpPr>
            <p:cNvPr id="216" name="四角形: 角を丸くする 215">
              <a:extLst>
                <a:ext uri="{FF2B5EF4-FFF2-40B4-BE49-F238E27FC236}">
                  <a16:creationId xmlns:a16="http://schemas.microsoft.com/office/drawing/2014/main" id="{61EA971B-D862-5FA4-4620-AFD34AACBD44}"/>
                </a:ext>
              </a:extLst>
            </p:cNvPr>
            <p:cNvSpPr/>
            <p:nvPr/>
          </p:nvSpPr>
          <p:spPr>
            <a:xfrm>
              <a:off x="3251943" y="5376303"/>
              <a:ext cx="1378769" cy="871755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I2C</a:t>
              </a:r>
            </a:p>
          </p:txBody>
        </p:sp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78069BFD-8AC5-1352-AFBC-27D01599A79C}"/>
                </a:ext>
              </a:extLst>
            </p:cNvPr>
            <p:cNvSpPr/>
            <p:nvPr/>
          </p:nvSpPr>
          <p:spPr>
            <a:xfrm>
              <a:off x="4735808" y="5376303"/>
              <a:ext cx="1378769" cy="871755"/>
            </a:xfrm>
            <a:prstGeom prst="roundRect">
              <a:avLst/>
            </a:prstGeom>
            <a:solidFill>
              <a:srgbClr val="FFBE00"/>
            </a:solidFill>
            <a:ln>
              <a:solidFill>
                <a:srgbClr val="FFBE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PWM</a:t>
              </a: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20BB44B8-FC1D-2E5D-9F5F-BE6ABE94C24C}"/>
                </a:ext>
              </a:extLst>
            </p:cNvPr>
            <p:cNvSpPr/>
            <p:nvPr/>
          </p:nvSpPr>
          <p:spPr>
            <a:xfrm>
              <a:off x="6219673" y="5376303"/>
              <a:ext cx="1378769" cy="87175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Digital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CC719E9-A484-D2EA-A26E-6191B015A8D6}"/>
                </a:ext>
              </a:extLst>
            </p:cNvPr>
            <p:cNvSpPr/>
            <p:nvPr/>
          </p:nvSpPr>
          <p:spPr>
            <a:xfrm>
              <a:off x="7703538" y="5376302"/>
              <a:ext cx="1378769" cy="871755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latin typeface="メイリオ" panose="020B0604030504040204" pitchFamily="50" charset="-128"/>
                  <a:ea typeface="メイリオ" panose="020B0604030504040204" pitchFamily="50" charset="-128"/>
                </a:rPr>
                <a:t>Analog</a:t>
              </a:r>
              <a:endPara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94" name="フローチャート: 処理 193">
              <a:extLst>
                <a:ext uri="{FF2B5EF4-FFF2-40B4-BE49-F238E27FC236}">
                  <a16:creationId xmlns:a16="http://schemas.microsoft.com/office/drawing/2014/main" id="{69AE3015-3F17-9F22-3C61-423BF3D6AF45}"/>
                </a:ext>
              </a:extLst>
            </p:cNvPr>
            <p:cNvSpPr/>
            <p:nvPr/>
          </p:nvSpPr>
          <p:spPr>
            <a:xfrm>
              <a:off x="1859018" y="4341394"/>
              <a:ext cx="2050166" cy="360000"/>
            </a:xfrm>
            <a:prstGeom prst="flowChartProces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フローチャート: 処理 212">
              <a:extLst>
                <a:ext uri="{FF2B5EF4-FFF2-40B4-BE49-F238E27FC236}">
                  <a16:creationId xmlns:a16="http://schemas.microsoft.com/office/drawing/2014/main" id="{3865E727-8528-5C1F-00A2-597A0EAAC24E}"/>
                </a:ext>
              </a:extLst>
            </p:cNvPr>
            <p:cNvSpPr/>
            <p:nvPr/>
          </p:nvSpPr>
          <p:spPr>
            <a:xfrm rot="5400000">
              <a:off x="3281415" y="3830606"/>
              <a:ext cx="2050166" cy="360000"/>
            </a:xfrm>
            <a:prstGeom prst="flowChartProcess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3" name="フローチャート: 処理 192">
              <a:extLst>
                <a:ext uri="{FF2B5EF4-FFF2-40B4-BE49-F238E27FC236}">
                  <a16:creationId xmlns:a16="http://schemas.microsoft.com/office/drawing/2014/main" id="{6EAF3A00-DFE0-6470-9B00-4BA49E8954B6}"/>
                </a:ext>
              </a:extLst>
            </p:cNvPr>
            <p:cNvSpPr/>
            <p:nvPr/>
          </p:nvSpPr>
          <p:spPr>
            <a:xfrm>
              <a:off x="2031266" y="2520422"/>
              <a:ext cx="2050166" cy="360000"/>
            </a:xfrm>
            <a:prstGeom prst="flowChartProcess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フローチャート: 処理 191">
              <a:extLst>
                <a:ext uri="{FF2B5EF4-FFF2-40B4-BE49-F238E27FC236}">
                  <a16:creationId xmlns:a16="http://schemas.microsoft.com/office/drawing/2014/main" id="{423D6EE4-96C1-FF5C-D44C-58CDFFBFC001}"/>
                </a:ext>
              </a:extLst>
            </p:cNvPr>
            <p:cNvSpPr/>
            <p:nvPr/>
          </p:nvSpPr>
          <p:spPr>
            <a:xfrm>
              <a:off x="1936030" y="795903"/>
              <a:ext cx="2050166" cy="360000"/>
            </a:xfrm>
            <a:prstGeom prst="flowChartProces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フローチャート: 処理 213">
              <a:extLst>
                <a:ext uri="{FF2B5EF4-FFF2-40B4-BE49-F238E27FC236}">
                  <a16:creationId xmlns:a16="http://schemas.microsoft.com/office/drawing/2014/main" id="{EE89AB12-4FD4-4D70-8A65-A582D767DA3E}"/>
                </a:ext>
              </a:extLst>
            </p:cNvPr>
            <p:cNvSpPr/>
            <p:nvPr/>
          </p:nvSpPr>
          <p:spPr>
            <a:xfrm rot="5400000">
              <a:off x="3317008" y="1475498"/>
              <a:ext cx="2050166" cy="360000"/>
            </a:xfrm>
            <a:prstGeom prst="flowChartProcess">
              <a:avLst/>
            </a:prstGeom>
            <a:solidFill>
              <a:srgbClr val="124365"/>
            </a:solidFill>
            <a:ln>
              <a:solidFill>
                <a:srgbClr val="1243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7" name="グループ化 136">
              <a:extLst>
                <a:ext uri="{FF2B5EF4-FFF2-40B4-BE49-F238E27FC236}">
                  <a16:creationId xmlns:a16="http://schemas.microsoft.com/office/drawing/2014/main" id="{1313A0C9-3EFC-4BE6-FA72-3F0CE010A8D1}"/>
                </a:ext>
              </a:extLst>
            </p:cNvPr>
            <p:cNvGrpSpPr/>
            <p:nvPr/>
          </p:nvGrpSpPr>
          <p:grpSpPr>
            <a:xfrm>
              <a:off x="3281415" y="403019"/>
              <a:ext cx="2050166" cy="1145769"/>
              <a:chOff x="4031304" y="1574157"/>
              <a:chExt cx="2523281" cy="1410177"/>
            </a:xfrm>
          </p:grpSpPr>
          <p:sp>
            <p:nvSpPr>
              <p:cNvPr id="133" name="四角形: 角を丸くする 132">
                <a:extLst>
                  <a:ext uri="{FF2B5EF4-FFF2-40B4-BE49-F238E27FC236}">
                    <a16:creationId xmlns:a16="http://schemas.microsoft.com/office/drawing/2014/main" id="{D724911E-EEB0-9AFD-5FF7-03A1603A58A5}"/>
                  </a:ext>
                </a:extLst>
              </p:cNvPr>
              <p:cNvSpPr/>
              <p:nvPr/>
            </p:nvSpPr>
            <p:spPr>
              <a:xfrm>
                <a:off x="4084739" y="1574157"/>
                <a:ext cx="2416410" cy="141017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grpSp>
            <p:nvGrpSpPr>
              <p:cNvPr id="91" name="グループ化 90">
                <a:extLst>
                  <a:ext uri="{FF2B5EF4-FFF2-40B4-BE49-F238E27FC236}">
                    <a16:creationId xmlns:a16="http://schemas.microsoft.com/office/drawing/2014/main" id="{CBC6743C-22B7-C268-3625-1E682973AFDC}"/>
                  </a:ext>
                </a:extLst>
              </p:cNvPr>
              <p:cNvGrpSpPr/>
              <p:nvPr/>
            </p:nvGrpSpPr>
            <p:grpSpPr>
              <a:xfrm>
                <a:off x="4731915" y="2054245"/>
                <a:ext cx="1122059" cy="450000"/>
                <a:chOff x="3217492" y="2600841"/>
                <a:chExt cx="1122059" cy="450000"/>
              </a:xfrm>
            </p:grpSpPr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5FCC26D1-EE3B-0EFE-DECC-93F8B5283A0A}"/>
                    </a:ext>
                  </a:extLst>
                </p:cNvPr>
                <p:cNvGrpSpPr/>
                <p:nvPr/>
              </p:nvGrpSpPr>
              <p:grpSpPr>
                <a:xfrm>
                  <a:off x="3259551" y="2600841"/>
                  <a:ext cx="1080000" cy="450000"/>
                  <a:chOff x="3259551" y="2600841"/>
                  <a:chExt cx="1080000" cy="450000"/>
                </a:xfrm>
              </p:grpSpPr>
              <p:sp>
                <p:nvSpPr>
                  <p:cNvPr id="33" name="フローチャート: 処理 32">
                    <a:extLst>
                      <a:ext uri="{FF2B5EF4-FFF2-40B4-BE49-F238E27FC236}">
                        <a16:creationId xmlns:a16="http://schemas.microsoft.com/office/drawing/2014/main" id="{C4775237-AE7E-0671-40DD-CBB9EE0897A5}"/>
                      </a:ext>
                    </a:extLst>
                  </p:cNvPr>
                  <p:cNvSpPr/>
                  <p:nvPr/>
                </p:nvSpPr>
                <p:spPr>
                  <a:xfrm>
                    <a:off x="3259551" y="2600841"/>
                    <a:ext cx="1080000" cy="450000"/>
                  </a:xfrm>
                  <a:prstGeom prst="flowChartProcess">
                    <a:avLst/>
                  </a:prstGeom>
                  <a:solidFill>
                    <a:srgbClr val="034FA2"/>
                  </a:solidFill>
                  <a:ln>
                    <a:solidFill>
                      <a:srgbClr val="034FA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 dirty="0"/>
                  </a:p>
                </p:txBody>
              </p:sp>
              <p:grpSp>
                <p:nvGrpSpPr>
                  <p:cNvPr id="87" name="グループ化 86">
                    <a:extLst>
                      <a:ext uri="{FF2B5EF4-FFF2-40B4-BE49-F238E27FC236}">
                        <a16:creationId xmlns:a16="http://schemas.microsoft.com/office/drawing/2014/main" id="{D2B83BD5-C87A-B096-A35A-16E7C1D4555F}"/>
                      </a:ext>
                    </a:extLst>
                  </p:cNvPr>
                  <p:cNvGrpSpPr/>
                  <p:nvPr/>
                </p:nvGrpSpPr>
                <p:grpSpPr>
                  <a:xfrm>
                    <a:off x="3279685" y="2621999"/>
                    <a:ext cx="1039733" cy="36000"/>
                    <a:chOff x="3800156" y="2401281"/>
                    <a:chExt cx="1039733" cy="36000"/>
                  </a:xfrm>
                </p:grpSpPr>
                <p:sp>
                  <p:nvSpPr>
                    <p:cNvPr id="44" name="フローチャート: 結合子 43">
                      <a:extLst>
                        <a:ext uri="{FF2B5EF4-FFF2-40B4-BE49-F238E27FC236}">
                          <a16:creationId xmlns:a16="http://schemas.microsoft.com/office/drawing/2014/main" id="{E67F56A4-519E-82E4-6276-08B9F7CC8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03889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45" name="フローチャート: 結合子 44">
                      <a:extLst>
                        <a:ext uri="{FF2B5EF4-FFF2-40B4-BE49-F238E27FC236}">
                          <a16:creationId xmlns:a16="http://schemas.microsoft.com/office/drawing/2014/main" id="{305D7337-741B-383D-2FA1-E411E1D7B1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33418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46" name="フローチャート: 結合子 45">
                      <a:extLst>
                        <a:ext uri="{FF2B5EF4-FFF2-40B4-BE49-F238E27FC236}">
                          <a16:creationId xmlns:a16="http://schemas.microsoft.com/office/drawing/2014/main" id="{B336949D-944B-8EFD-AD5E-23FA4D2FC5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2947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47" name="フローチャート: 結合子 46">
                      <a:extLst>
                        <a:ext uri="{FF2B5EF4-FFF2-40B4-BE49-F238E27FC236}">
                          <a16:creationId xmlns:a16="http://schemas.microsoft.com/office/drawing/2014/main" id="{B9A7D6A3-0A18-C166-88F0-4A1A12A73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2476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48" name="フローチャート: 結合子 47">
                      <a:extLst>
                        <a:ext uri="{FF2B5EF4-FFF2-40B4-BE49-F238E27FC236}">
                          <a16:creationId xmlns:a16="http://schemas.microsoft.com/office/drawing/2014/main" id="{245FC969-B415-3FAA-3082-1148BBA33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6292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49" name="フローチャート: 結合子 48">
                      <a:extLst>
                        <a:ext uri="{FF2B5EF4-FFF2-40B4-BE49-F238E27FC236}">
                          <a16:creationId xmlns:a16="http://schemas.microsoft.com/office/drawing/2014/main" id="{7CA3CB33-1BB5-6CD0-442D-58D3852B17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5821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0" name="フローチャート: 結合子 49">
                      <a:extLst>
                        <a:ext uri="{FF2B5EF4-FFF2-40B4-BE49-F238E27FC236}">
                          <a16:creationId xmlns:a16="http://schemas.microsoft.com/office/drawing/2014/main" id="{3B0A51D3-8E71-AD66-ED40-15E2A8EFED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75350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1" name="フローチャート: 結合子 50">
                      <a:extLst>
                        <a:ext uri="{FF2B5EF4-FFF2-40B4-BE49-F238E27FC236}">
                          <a16:creationId xmlns:a16="http://schemas.microsoft.com/office/drawing/2014/main" id="{348F6962-E04E-0FEA-8C7E-B4E0346EE8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4879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2" name="フローチャート: 結合子 51">
                      <a:extLst>
                        <a:ext uri="{FF2B5EF4-FFF2-40B4-BE49-F238E27FC236}">
                          <a16:creationId xmlns:a16="http://schemas.microsoft.com/office/drawing/2014/main" id="{67AB4542-AA79-4BAE-92E9-47D49BB4C0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28695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3" name="フローチャート: 結合子 52">
                      <a:extLst>
                        <a:ext uri="{FF2B5EF4-FFF2-40B4-BE49-F238E27FC236}">
                          <a16:creationId xmlns:a16="http://schemas.microsoft.com/office/drawing/2014/main" id="{671C19A8-4842-613D-A701-B676E81CA2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8224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4" name="フローチャート: 結合子 53">
                      <a:extLst>
                        <a:ext uri="{FF2B5EF4-FFF2-40B4-BE49-F238E27FC236}">
                          <a16:creationId xmlns:a16="http://schemas.microsoft.com/office/drawing/2014/main" id="{6987E565-F33F-17D6-3B1C-628975972A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7753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5" name="フローチャート: 結合子 54">
                      <a:extLst>
                        <a:ext uri="{FF2B5EF4-FFF2-40B4-BE49-F238E27FC236}">
                          <a16:creationId xmlns:a16="http://schemas.microsoft.com/office/drawing/2014/main" id="{513E3895-E1A4-C720-4AAC-3B521F788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7282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6" name="フローチャート: 結合子 55">
                      <a:extLst>
                        <a:ext uri="{FF2B5EF4-FFF2-40B4-BE49-F238E27FC236}">
                          <a16:creationId xmlns:a16="http://schemas.microsoft.com/office/drawing/2014/main" id="{48512C74-B373-7731-1B19-7F28EAFE73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1098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7" name="フローチャート: 結合子 56">
                      <a:extLst>
                        <a:ext uri="{FF2B5EF4-FFF2-40B4-BE49-F238E27FC236}">
                          <a16:creationId xmlns:a16="http://schemas.microsoft.com/office/drawing/2014/main" id="{FEB5BCA3-B264-AB06-871B-50F228938D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70627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58" name="フローチャート: 結合子 57">
                      <a:extLst>
                        <a:ext uri="{FF2B5EF4-FFF2-40B4-BE49-F238E27FC236}">
                          <a16:creationId xmlns:a16="http://schemas.microsoft.com/office/drawing/2014/main" id="{CAD5FD6A-74D7-4F0C-A46D-014B8C3C9D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0156" y="240128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</p:grpSp>
              <p:grpSp>
                <p:nvGrpSpPr>
                  <p:cNvPr id="86" name="グループ化 85">
                    <a:extLst>
                      <a:ext uri="{FF2B5EF4-FFF2-40B4-BE49-F238E27FC236}">
                        <a16:creationId xmlns:a16="http://schemas.microsoft.com/office/drawing/2014/main" id="{DF89E789-22CE-7084-9EF8-B09A4D83A115}"/>
                      </a:ext>
                    </a:extLst>
                  </p:cNvPr>
                  <p:cNvGrpSpPr/>
                  <p:nvPr/>
                </p:nvGrpSpPr>
                <p:grpSpPr>
                  <a:xfrm>
                    <a:off x="3285342" y="2997880"/>
                    <a:ext cx="1039733" cy="36000"/>
                    <a:chOff x="2645726" y="3077961"/>
                    <a:chExt cx="1039733" cy="36000"/>
                  </a:xfrm>
                </p:grpSpPr>
                <p:sp>
                  <p:nvSpPr>
                    <p:cNvPr id="68" name="フローチャート: 結合子 67">
                      <a:extLst>
                        <a:ext uri="{FF2B5EF4-FFF2-40B4-BE49-F238E27FC236}">
                          <a16:creationId xmlns:a16="http://schemas.microsoft.com/office/drawing/2014/main" id="{21700960-D1AB-6F9D-BA78-853A713FE6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49459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69" name="フローチャート: 結合子 68">
                      <a:extLst>
                        <a:ext uri="{FF2B5EF4-FFF2-40B4-BE49-F238E27FC236}">
                          <a16:creationId xmlns:a16="http://schemas.microsoft.com/office/drawing/2014/main" id="{D85DF448-C3E8-7542-9283-5F1A13132D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78988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0" name="フローチャート: 結合子 69">
                      <a:extLst>
                        <a:ext uri="{FF2B5EF4-FFF2-40B4-BE49-F238E27FC236}">
                          <a16:creationId xmlns:a16="http://schemas.microsoft.com/office/drawing/2014/main" id="{18F4D611-FFF7-D001-13DD-FB85C917B5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8517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1" name="フローチャート: 結合子 70">
                      <a:extLst>
                        <a:ext uri="{FF2B5EF4-FFF2-40B4-BE49-F238E27FC236}">
                          <a16:creationId xmlns:a16="http://schemas.microsoft.com/office/drawing/2014/main" id="{5CC89234-E2EB-F4F8-DE52-9134F25739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8046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2" name="フローチャート: 結合子 71">
                      <a:extLst>
                        <a:ext uri="{FF2B5EF4-FFF2-40B4-BE49-F238E27FC236}">
                          <a16:creationId xmlns:a16="http://schemas.microsoft.com/office/drawing/2014/main" id="{867E11EE-B2B7-0EC4-EC48-3DDFFB9884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1862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3" name="フローチャート: 結合子 72">
                      <a:extLst>
                        <a:ext uri="{FF2B5EF4-FFF2-40B4-BE49-F238E27FC236}">
                          <a16:creationId xmlns:a16="http://schemas.microsoft.com/office/drawing/2014/main" id="{C8D9CA22-E459-CA18-5075-1BA2C4A552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1391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4" name="フローチャート: 結合子 73">
                      <a:extLst>
                        <a:ext uri="{FF2B5EF4-FFF2-40B4-BE49-F238E27FC236}">
                          <a16:creationId xmlns:a16="http://schemas.microsoft.com/office/drawing/2014/main" id="{0911DD95-3708-0C1B-49DD-78080BF33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0920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5" name="フローチャート: 結合子 74">
                      <a:extLst>
                        <a:ext uri="{FF2B5EF4-FFF2-40B4-BE49-F238E27FC236}">
                          <a16:creationId xmlns:a16="http://schemas.microsoft.com/office/drawing/2014/main" id="{562F40BD-ADE2-E8AA-C518-5A97A7AE10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0449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6" name="フローチャート: 結合子 75">
                      <a:extLst>
                        <a:ext uri="{FF2B5EF4-FFF2-40B4-BE49-F238E27FC236}">
                          <a16:creationId xmlns:a16="http://schemas.microsoft.com/office/drawing/2014/main" id="{4D6F0F6E-6475-2B42-C0E6-43E60C1E7B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74265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7" name="フローチャート: 結合子 76">
                      <a:extLst>
                        <a:ext uri="{FF2B5EF4-FFF2-40B4-BE49-F238E27FC236}">
                          <a16:creationId xmlns:a16="http://schemas.microsoft.com/office/drawing/2014/main" id="{66989A69-D7B0-79F9-37A5-FFE85185F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3794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8" name="フローチャート: 結合子 77">
                      <a:extLst>
                        <a:ext uri="{FF2B5EF4-FFF2-40B4-BE49-F238E27FC236}">
                          <a16:creationId xmlns:a16="http://schemas.microsoft.com/office/drawing/2014/main" id="{41DC41DF-0F93-1AEE-2B9B-BC9A05FC2F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3323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79" name="フローチャート: 結合子 78">
                      <a:extLst>
                        <a:ext uri="{FF2B5EF4-FFF2-40B4-BE49-F238E27FC236}">
                          <a16:creationId xmlns:a16="http://schemas.microsoft.com/office/drawing/2014/main" id="{C66196F9-6108-33E7-1C86-7D1EC6E37D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2852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80" name="フローチャート: 結合子 79">
                      <a:extLst>
                        <a:ext uri="{FF2B5EF4-FFF2-40B4-BE49-F238E27FC236}">
                          <a16:creationId xmlns:a16="http://schemas.microsoft.com/office/drawing/2014/main" id="{57ABD12B-00CD-098B-896D-11734591A9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6668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81" name="フローチャート: 結合子 80">
                      <a:extLst>
                        <a:ext uri="{FF2B5EF4-FFF2-40B4-BE49-F238E27FC236}">
                          <a16:creationId xmlns:a16="http://schemas.microsoft.com/office/drawing/2014/main" id="{A1F86451-59D3-977D-3C1D-B206E1A3B4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16197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  <p:sp>
                  <p:nvSpPr>
                    <p:cNvPr id="82" name="フローチャート: 結合子 81">
                      <a:extLst>
                        <a:ext uri="{FF2B5EF4-FFF2-40B4-BE49-F238E27FC236}">
                          <a16:creationId xmlns:a16="http://schemas.microsoft.com/office/drawing/2014/main" id="{F3F95039-9CF4-2D6A-60FA-F087F7977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45726" y="3077961"/>
                      <a:ext cx="36000" cy="36000"/>
                    </a:xfrm>
                    <a:prstGeom prst="flowChartConnector">
                      <a:avLst/>
                    </a:prstGeom>
                    <a:solidFill>
                      <a:srgbClr val="B0ABAB"/>
                    </a:solidFill>
                    <a:ln>
                      <a:solidFill>
                        <a:srgbClr val="B0ABA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1463"/>
                    </a:p>
                  </p:txBody>
                </p:sp>
              </p:grpSp>
            </p:grpSp>
            <p:sp>
              <p:nvSpPr>
                <p:cNvPr id="83" name="フローチャート: 処理 82">
                  <a:extLst>
                    <a:ext uri="{FF2B5EF4-FFF2-40B4-BE49-F238E27FC236}">
                      <a16:creationId xmlns:a16="http://schemas.microsoft.com/office/drawing/2014/main" id="{3B7B6BE6-BCC2-2B29-F6A7-CCB5920D38AD}"/>
                    </a:ext>
                  </a:extLst>
                </p:cNvPr>
                <p:cNvSpPr/>
                <p:nvPr/>
              </p:nvSpPr>
              <p:spPr>
                <a:xfrm rot="2700000">
                  <a:off x="3709551" y="2735841"/>
                  <a:ext cx="180000" cy="180000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/>
                </a:p>
              </p:txBody>
            </p:sp>
            <p:sp>
              <p:nvSpPr>
                <p:cNvPr id="34" name="フローチャート: 処理 33">
                  <a:extLst>
                    <a:ext uri="{FF2B5EF4-FFF2-40B4-BE49-F238E27FC236}">
                      <a16:creationId xmlns:a16="http://schemas.microsoft.com/office/drawing/2014/main" id="{54102974-EA37-8139-79D4-0F09E4A3EEC4}"/>
                    </a:ext>
                  </a:extLst>
                </p:cNvPr>
                <p:cNvSpPr/>
                <p:nvPr/>
              </p:nvSpPr>
              <p:spPr>
                <a:xfrm>
                  <a:off x="3217492" y="2751157"/>
                  <a:ext cx="169477" cy="149369"/>
                </a:xfrm>
                <a:prstGeom prst="flowChartProcess">
                  <a:avLst/>
                </a:prstGeom>
                <a:solidFill>
                  <a:srgbClr val="B0ABAB"/>
                </a:solidFill>
                <a:ln>
                  <a:solidFill>
                    <a:srgbClr val="B0ABA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 dirty="0"/>
                </a:p>
              </p:txBody>
            </p:sp>
          </p:grpSp>
          <p:sp>
            <p:nvSpPr>
              <p:cNvPr id="134" name="テキスト ボックス 133">
                <a:extLst>
                  <a:ext uri="{FF2B5EF4-FFF2-40B4-BE49-F238E27FC236}">
                    <a16:creationId xmlns:a16="http://schemas.microsoft.com/office/drawing/2014/main" id="{5DF244DC-45B0-9252-FB51-0878325884F4}"/>
                  </a:ext>
                </a:extLst>
              </p:cNvPr>
              <p:cNvSpPr txBox="1"/>
              <p:nvPr/>
            </p:nvSpPr>
            <p:spPr>
              <a:xfrm>
                <a:off x="4031304" y="2570890"/>
                <a:ext cx="2523281" cy="39071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Arduino Nano Every</a:t>
                </a:r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62C580B4-74FB-53DD-6A1B-1924D118D8BC}"/>
                  </a:ext>
                </a:extLst>
              </p:cNvPr>
              <p:cNvSpPr txBox="1"/>
              <p:nvPr/>
            </p:nvSpPr>
            <p:spPr>
              <a:xfrm>
                <a:off x="4031304" y="1621588"/>
                <a:ext cx="2523281" cy="39071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Sub CPU</a:t>
                </a:r>
              </a:p>
            </p:txBody>
          </p:sp>
        </p:grpSp>
        <p:grpSp>
          <p:nvGrpSpPr>
            <p:cNvPr id="146" name="グループ化 145">
              <a:extLst>
                <a:ext uri="{FF2B5EF4-FFF2-40B4-BE49-F238E27FC236}">
                  <a16:creationId xmlns:a16="http://schemas.microsoft.com/office/drawing/2014/main" id="{6EEB6526-7394-9BFA-5026-9E05D217567B}"/>
                </a:ext>
              </a:extLst>
            </p:cNvPr>
            <p:cNvGrpSpPr/>
            <p:nvPr/>
          </p:nvGrpSpPr>
          <p:grpSpPr>
            <a:xfrm>
              <a:off x="1020826" y="287054"/>
              <a:ext cx="1572023" cy="1377698"/>
              <a:chOff x="8770306" y="3819995"/>
              <a:chExt cx="1934797" cy="1695628"/>
            </a:xfrm>
          </p:grpSpPr>
          <p:sp>
            <p:nvSpPr>
              <p:cNvPr id="142" name="四角形: 角を丸くする 141">
                <a:extLst>
                  <a:ext uri="{FF2B5EF4-FFF2-40B4-BE49-F238E27FC236}">
                    <a16:creationId xmlns:a16="http://schemas.microsoft.com/office/drawing/2014/main" id="{1AFCA0A7-5735-AC72-81D1-EFB95306FFC5}"/>
                  </a:ext>
                </a:extLst>
              </p:cNvPr>
              <p:cNvSpPr/>
              <p:nvPr/>
            </p:nvSpPr>
            <p:spPr>
              <a:xfrm>
                <a:off x="8770306" y="3830687"/>
                <a:ext cx="1934797" cy="164311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5ADB2ADE-CE77-AF32-EB23-9FBC4BE26E82}"/>
                  </a:ext>
                </a:extLst>
              </p:cNvPr>
              <p:cNvGrpSpPr/>
              <p:nvPr/>
            </p:nvGrpSpPr>
            <p:grpSpPr>
              <a:xfrm>
                <a:off x="9557704" y="4220045"/>
                <a:ext cx="360000" cy="936000"/>
                <a:chOff x="7793633" y="762000"/>
                <a:chExt cx="450000" cy="1165157"/>
              </a:xfrm>
            </p:grpSpPr>
            <p:grpSp>
              <p:nvGrpSpPr>
                <p:cNvPr id="100" name="グループ化 99">
                  <a:extLst>
                    <a:ext uri="{FF2B5EF4-FFF2-40B4-BE49-F238E27FC236}">
                      <a16:creationId xmlns:a16="http://schemas.microsoft.com/office/drawing/2014/main" id="{44716989-9C41-8A11-15A0-A16B572FCF4D}"/>
                    </a:ext>
                  </a:extLst>
                </p:cNvPr>
                <p:cNvGrpSpPr/>
                <p:nvPr/>
              </p:nvGrpSpPr>
              <p:grpSpPr>
                <a:xfrm>
                  <a:off x="7793633" y="762000"/>
                  <a:ext cx="450000" cy="576000"/>
                  <a:chOff x="7793633" y="762000"/>
                  <a:chExt cx="450000" cy="720000"/>
                </a:xfrm>
              </p:grpSpPr>
              <p:sp>
                <p:nvSpPr>
                  <p:cNvPr id="92" name="フローチャート: 処理 91">
                    <a:extLst>
                      <a:ext uri="{FF2B5EF4-FFF2-40B4-BE49-F238E27FC236}">
                        <a16:creationId xmlns:a16="http://schemas.microsoft.com/office/drawing/2014/main" id="{1BB93349-B379-F98B-3AAF-6EAEB74F6F44}"/>
                      </a:ext>
                    </a:extLst>
                  </p:cNvPr>
                  <p:cNvSpPr/>
                  <p:nvPr/>
                </p:nvSpPr>
                <p:spPr>
                  <a:xfrm>
                    <a:off x="7793633" y="762000"/>
                    <a:ext cx="450000" cy="720000"/>
                  </a:xfrm>
                  <a:prstGeom prst="flowChartProcess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99" name="フリーフォーム: 図形 98">
                    <a:extLst>
                      <a:ext uri="{FF2B5EF4-FFF2-40B4-BE49-F238E27FC236}">
                        <a16:creationId xmlns:a16="http://schemas.microsoft.com/office/drawing/2014/main" id="{650359D7-16EE-1BAE-DC87-58CA97B512EF}"/>
                      </a:ext>
                    </a:extLst>
                  </p:cNvPr>
                  <p:cNvSpPr/>
                  <p:nvPr/>
                </p:nvSpPr>
                <p:spPr>
                  <a:xfrm>
                    <a:off x="7874633" y="762000"/>
                    <a:ext cx="288000" cy="720000"/>
                  </a:xfrm>
                  <a:custGeom>
                    <a:avLst/>
                    <a:gdLst>
                      <a:gd name="connsiteX0" fmla="*/ 180000 w 360000"/>
                      <a:gd name="connsiteY0" fmla="*/ 0 h 720000"/>
                      <a:gd name="connsiteX1" fmla="*/ 360000 w 360000"/>
                      <a:gd name="connsiteY1" fmla="*/ 180000 h 720000"/>
                      <a:gd name="connsiteX2" fmla="*/ 360000 w 360000"/>
                      <a:gd name="connsiteY2" fmla="*/ 720000 h 720000"/>
                      <a:gd name="connsiteX3" fmla="*/ 0 w 360000"/>
                      <a:gd name="connsiteY3" fmla="*/ 720000 h 720000"/>
                      <a:gd name="connsiteX4" fmla="*/ 0 w 360000"/>
                      <a:gd name="connsiteY4" fmla="*/ 180000 h 720000"/>
                      <a:gd name="connsiteX5" fmla="*/ 180000 w 360000"/>
                      <a:gd name="connsiteY5" fmla="*/ 0 h 72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60000" h="720000">
                        <a:moveTo>
                          <a:pt x="180000" y="0"/>
                        </a:moveTo>
                        <a:cubicBezTo>
                          <a:pt x="279411" y="0"/>
                          <a:pt x="360000" y="80589"/>
                          <a:pt x="360000" y="180000"/>
                        </a:cubicBezTo>
                        <a:lnTo>
                          <a:pt x="360000" y="720000"/>
                        </a:lnTo>
                        <a:lnTo>
                          <a:pt x="0" y="720000"/>
                        </a:lnTo>
                        <a:lnTo>
                          <a:pt x="0" y="180000"/>
                        </a:lnTo>
                        <a:cubicBezTo>
                          <a:pt x="0" y="80589"/>
                          <a:pt x="80589" y="0"/>
                          <a:pt x="180000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ja-JP" altLang="en-US" sz="1463"/>
                  </a:p>
                </p:txBody>
              </p:sp>
            </p:grpSp>
            <p:sp>
              <p:nvSpPr>
                <p:cNvPr id="101" name="フローチャート: 処理 100">
                  <a:extLst>
                    <a:ext uri="{FF2B5EF4-FFF2-40B4-BE49-F238E27FC236}">
                      <a16:creationId xmlns:a16="http://schemas.microsoft.com/office/drawing/2014/main" id="{A1A1921F-9105-AB72-8DD0-0A8276E6FC51}"/>
                    </a:ext>
                  </a:extLst>
                </p:cNvPr>
                <p:cNvSpPr/>
                <p:nvPr/>
              </p:nvSpPr>
              <p:spPr>
                <a:xfrm flipH="1">
                  <a:off x="7995773" y="1351157"/>
                  <a:ext cx="45719" cy="576000"/>
                </a:xfrm>
                <a:prstGeom prst="flowChartProcess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/>
                </a:p>
              </p:txBody>
            </p:sp>
            <p:sp>
              <p:nvSpPr>
                <p:cNvPr id="108" name="フリーフォーム: 図形 107">
                  <a:extLst>
                    <a:ext uri="{FF2B5EF4-FFF2-40B4-BE49-F238E27FC236}">
                      <a16:creationId xmlns:a16="http://schemas.microsoft.com/office/drawing/2014/main" id="{BB28FB66-78B2-6E76-5218-0C4002362301}"/>
                    </a:ext>
                  </a:extLst>
                </p:cNvPr>
                <p:cNvSpPr/>
                <p:nvPr/>
              </p:nvSpPr>
              <p:spPr>
                <a:xfrm>
                  <a:off x="8139773" y="1351157"/>
                  <a:ext cx="92159" cy="576000"/>
                </a:xfrm>
                <a:custGeom>
                  <a:avLst/>
                  <a:gdLst>
                    <a:gd name="connsiteX0" fmla="*/ 0 w 92159"/>
                    <a:gd name="connsiteY0" fmla="*/ 0 h 576000"/>
                    <a:gd name="connsiteX1" fmla="*/ 45719 w 92159"/>
                    <a:gd name="connsiteY1" fmla="*/ 0 h 576000"/>
                    <a:gd name="connsiteX2" fmla="*/ 45719 w 92159"/>
                    <a:gd name="connsiteY2" fmla="*/ 104400 h 576000"/>
                    <a:gd name="connsiteX3" fmla="*/ 92159 w 92159"/>
                    <a:gd name="connsiteY3" fmla="*/ 104400 h 576000"/>
                    <a:gd name="connsiteX4" fmla="*/ 92159 w 92159"/>
                    <a:gd name="connsiteY4" fmla="*/ 576000 h 576000"/>
                    <a:gd name="connsiteX5" fmla="*/ 45359 w 92159"/>
                    <a:gd name="connsiteY5" fmla="*/ 576000 h 576000"/>
                    <a:gd name="connsiteX6" fmla="*/ 45359 w 92159"/>
                    <a:gd name="connsiteY6" fmla="*/ 150447 h 576000"/>
                    <a:gd name="connsiteX7" fmla="*/ 0 w 92159"/>
                    <a:gd name="connsiteY7" fmla="*/ 150447 h 57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2159" h="576000">
                      <a:moveTo>
                        <a:pt x="0" y="0"/>
                      </a:moveTo>
                      <a:lnTo>
                        <a:pt x="45719" y="0"/>
                      </a:lnTo>
                      <a:lnTo>
                        <a:pt x="45719" y="104400"/>
                      </a:lnTo>
                      <a:lnTo>
                        <a:pt x="92159" y="104400"/>
                      </a:lnTo>
                      <a:lnTo>
                        <a:pt x="92159" y="576000"/>
                      </a:lnTo>
                      <a:lnTo>
                        <a:pt x="45359" y="576000"/>
                      </a:lnTo>
                      <a:lnTo>
                        <a:pt x="45359" y="150447"/>
                      </a:lnTo>
                      <a:lnTo>
                        <a:pt x="0" y="150447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sz="1463"/>
                </a:p>
              </p:txBody>
            </p:sp>
            <p:sp>
              <p:nvSpPr>
                <p:cNvPr id="109" name="フリーフォーム: 図形 108">
                  <a:extLst>
                    <a:ext uri="{FF2B5EF4-FFF2-40B4-BE49-F238E27FC236}">
                      <a16:creationId xmlns:a16="http://schemas.microsoft.com/office/drawing/2014/main" id="{06FF2F7F-D57C-77AD-2D8C-CD603F4EF057}"/>
                    </a:ext>
                  </a:extLst>
                </p:cNvPr>
                <p:cNvSpPr/>
                <p:nvPr/>
              </p:nvSpPr>
              <p:spPr>
                <a:xfrm flipH="1">
                  <a:off x="7805333" y="1351157"/>
                  <a:ext cx="92159" cy="576000"/>
                </a:xfrm>
                <a:custGeom>
                  <a:avLst/>
                  <a:gdLst>
                    <a:gd name="connsiteX0" fmla="*/ 0 w 92159"/>
                    <a:gd name="connsiteY0" fmla="*/ 0 h 576000"/>
                    <a:gd name="connsiteX1" fmla="*/ 45719 w 92159"/>
                    <a:gd name="connsiteY1" fmla="*/ 0 h 576000"/>
                    <a:gd name="connsiteX2" fmla="*/ 45719 w 92159"/>
                    <a:gd name="connsiteY2" fmla="*/ 104400 h 576000"/>
                    <a:gd name="connsiteX3" fmla="*/ 92159 w 92159"/>
                    <a:gd name="connsiteY3" fmla="*/ 104400 h 576000"/>
                    <a:gd name="connsiteX4" fmla="*/ 92159 w 92159"/>
                    <a:gd name="connsiteY4" fmla="*/ 576000 h 576000"/>
                    <a:gd name="connsiteX5" fmla="*/ 45359 w 92159"/>
                    <a:gd name="connsiteY5" fmla="*/ 576000 h 576000"/>
                    <a:gd name="connsiteX6" fmla="*/ 45359 w 92159"/>
                    <a:gd name="connsiteY6" fmla="*/ 150447 h 576000"/>
                    <a:gd name="connsiteX7" fmla="*/ 0 w 92159"/>
                    <a:gd name="connsiteY7" fmla="*/ 150447 h 57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2159" h="576000">
                      <a:moveTo>
                        <a:pt x="0" y="0"/>
                      </a:moveTo>
                      <a:lnTo>
                        <a:pt x="45719" y="0"/>
                      </a:lnTo>
                      <a:lnTo>
                        <a:pt x="45719" y="104400"/>
                      </a:lnTo>
                      <a:lnTo>
                        <a:pt x="92159" y="104400"/>
                      </a:lnTo>
                      <a:lnTo>
                        <a:pt x="92159" y="576000"/>
                      </a:lnTo>
                      <a:lnTo>
                        <a:pt x="45359" y="576000"/>
                      </a:lnTo>
                      <a:lnTo>
                        <a:pt x="45359" y="150447"/>
                      </a:lnTo>
                      <a:lnTo>
                        <a:pt x="0" y="150447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ja-JP" altLang="en-US" sz="1463"/>
                </a:p>
              </p:txBody>
            </p:sp>
          </p:grp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6B1FA7FB-DFC8-31D6-D196-4059A5545D4C}"/>
                  </a:ext>
                </a:extLst>
              </p:cNvPr>
              <p:cNvSpPr txBox="1"/>
              <p:nvPr/>
            </p:nvSpPr>
            <p:spPr>
              <a:xfrm>
                <a:off x="8848704" y="3819995"/>
                <a:ext cx="1778000" cy="39071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IR sensor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E5B754DE-E9B1-BF03-D90B-E3B3D62523B0}"/>
                  </a:ext>
                </a:extLst>
              </p:cNvPr>
              <p:cNvSpPr txBox="1"/>
              <p:nvPr/>
            </p:nvSpPr>
            <p:spPr>
              <a:xfrm>
                <a:off x="8848704" y="5124904"/>
                <a:ext cx="1778000" cy="39071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TSSP58038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155" name="グループ化 154">
              <a:extLst>
                <a:ext uri="{FF2B5EF4-FFF2-40B4-BE49-F238E27FC236}">
                  <a16:creationId xmlns:a16="http://schemas.microsoft.com/office/drawing/2014/main" id="{2A74B1A9-F841-13E0-9125-E38EB3DF658D}"/>
                </a:ext>
              </a:extLst>
            </p:cNvPr>
            <p:cNvGrpSpPr/>
            <p:nvPr/>
          </p:nvGrpSpPr>
          <p:grpSpPr>
            <a:xfrm>
              <a:off x="3520487" y="3848457"/>
              <a:ext cx="1572023" cy="1345874"/>
              <a:chOff x="3520487" y="3848457"/>
              <a:chExt cx="1572023" cy="1345874"/>
            </a:xfrm>
          </p:grpSpPr>
          <p:sp>
            <p:nvSpPr>
              <p:cNvPr id="158" name="四角形: 角を丸くする 157">
                <a:extLst>
                  <a:ext uri="{FF2B5EF4-FFF2-40B4-BE49-F238E27FC236}">
                    <a16:creationId xmlns:a16="http://schemas.microsoft.com/office/drawing/2014/main" id="{3E0C890A-9FF4-72E5-0AF1-659454093F29}"/>
                  </a:ext>
                </a:extLst>
              </p:cNvPr>
              <p:cNvSpPr/>
              <p:nvPr/>
            </p:nvSpPr>
            <p:spPr>
              <a:xfrm>
                <a:off x="3520487" y="3848457"/>
                <a:ext cx="1572023" cy="1335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sp>
            <p:nvSpPr>
              <p:cNvPr id="118" name="フローチャート: 処理 117">
                <a:extLst>
                  <a:ext uri="{FF2B5EF4-FFF2-40B4-BE49-F238E27FC236}">
                    <a16:creationId xmlns:a16="http://schemas.microsoft.com/office/drawing/2014/main" id="{316B44B4-D2D6-922F-D22C-9CCE128836F3}"/>
                  </a:ext>
                </a:extLst>
              </p:cNvPr>
              <p:cNvSpPr/>
              <p:nvPr/>
            </p:nvSpPr>
            <p:spPr>
              <a:xfrm>
                <a:off x="4072498" y="4131560"/>
                <a:ext cx="468000" cy="702000"/>
              </a:xfrm>
              <a:prstGeom prst="flowChartProcess">
                <a:avLst/>
              </a:prstGeom>
              <a:solidFill>
                <a:srgbClr val="2D715A"/>
              </a:solidFill>
              <a:ln>
                <a:solidFill>
                  <a:srgbClr val="2D71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sp>
            <p:nvSpPr>
              <p:cNvPr id="119" name="フローチャート: 処理 118">
                <a:extLst>
                  <a:ext uri="{FF2B5EF4-FFF2-40B4-BE49-F238E27FC236}">
                    <a16:creationId xmlns:a16="http://schemas.microsoft.com/office/drawing/2014/main" id="{4180F544-8314-C875-FEFE-EC157993471A}"/>
                  </a:ext>
                </a:extLst>
              </p:cNvPr>
              <p:cNvSpPr/>
              <p:nvPr/>
            </p:nvSpPr>
            <p:spPr>
              <a:xfrm>
                <a:off x="4247998" y="4394810"/>
                <a:ext cx="117000" cy="175500"/>
              </a:xfrm>
              <a:prstGeom prst="flowChartProcess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2" name="フローチャート: 結合子 121">
                <a:extLst>
                  <a:ext uri="{FF2B5EF4-FFF2-40B4-BE49-F238E27FC236}">
                    <a16:creationId xmlns:a16="http://schemas.microsoft.com/office/drawing/2014/main" id="{60EDF597-2AA0-0283-9DB2-E79D6E133328}"/>
                  </a:ext>
                </a:extLst>
              </p:cNvPr>
              <p:cNvSpPr/>
              <p:nvPr/>
            </p:nvSpPr>
            <p:spPr>
              <a:xfrm>
                <a:off x="4468884" y="4460623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3" name="フローチャート: 結合子 122">
                <a:extLst>
                  <a:ext uri="{FF2B5EF4-FFF2-40B4-BE49-F238E27FC236}">
                    <a16:creationId xmlns:a16="http://schemas.microsoft.com/office/drawing/2014/main" id="{D7C369A3-14A7-D824-FA80-1C3B1E55B874}"/>
                  </a:ext>
                </a:extLst>
              </p:cNvPr>
              <p:cNvSpPr/>
              <p:nvPr/>
            </p:nvSpPr>
            <p:spPr>
              <a:xfrm>
                <a:off x="4468884" y="4157495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4" name="フローチャート: 結合子 123">
                <a:extLst>
                  <a:ext uri="{FF2B5EF4-FFF2-40B4-BE49-F238E27FC236}">
                    <a16:creationId xmlns:a16="http://schemas.microsoft.com/office/drawing/2014/main" id="{50EC390A-20EE-ABA2-D601-A55C474EDA73}"/>
                  </a:ext>
                </a:extLst>
              </p:cNvPr>
              <p:cNvSpPr/>
              <p:nvPr/>
            </p:nvSpPr>
            <p:spPr>
              <a:xfrm>
                <a:off x="4468884" y="4309059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5" name="フローチャート: 結合子 124">
                <a:extLst>
                  <a:ext uri="{FF2B5EF4-FFF2-40B4-BE49-F238E27FC236}">
                    <a16:creationId xmlns:a16="http://schemas.microsoft.com/office/drawing/2014/main" id="{6D5207E4-EB58-6BF3-8246-97BD2AEA51F9}"/>
                  </a:ext>
                </a:extLst>
              </p:cNvPr>
              <p:cNvSpPr/>
              <p:nvPr/>
            </p:nvSpPr>
            <p:spPr>
              <a:xfrm>
                <a:off x="4468884" y="4763750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6" name="フローチャート: 結合子 125">
                <a:extLst>
                  <a:ext uri="{FF2B5EF4-FFF2-40B4-BE49-F238E27FC236}">
                    <a16:creationId xmlns:a16="http://schemas.microsoft.com/office/drawing/2014/main" id="{030DB2CB-514B-4FDF-57CA-C64EDFD392C9}"/>
                  </a:ext>
                </a:extLst>
              </p:cNvPr>
              <p:cNvSpPr/>
              <p:nvPr/>
            </p:nvSpPr>
            <p:spPr>
              <a:xfrm>
                <a:off x="4468884" y="4612186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7" name="フローチャート: 結合子 126">
                <a:extLst>
                  <a:ext uri="{FF2B5EF4-FFF2-40B4-BE49-F238E27FC236}">
                    <a16:creationId xmlns:a16="http://schemas.microsoft.com/office/drawing/2014/main" id="{DDB03CFC-4129-40F3-2BD6-9C17CAE64B07}"/>
                  </a:ext>
                </a:extLst>
              </p:cNvPr>
              <p:cNvSpPr/>
              <p:nvPr/>
            </p:nvSpPr>
            <p:spPr>
              <a:xfrm>
                <a:off x="4100237" y="4460623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8" name="フローチャート: 結合子 127">
                <a:extLst>
                  <a:ext uri="{FF2B5EF4-FFF2-40B4-BE49-F238E27FC236}">
                    <a16:creationId xmlns:a16="http://schemas.microsoft.com/office/drawing/2014/main" id="{B864AB7D-34DD-2AA7-26A3-63ED6EC1763E}"/>
                  </a:ext>
                </a:extLst>
              </p:cNvPr>
              <p:cNvSpPr/>
              <p:nvPr/>
            </p:nvSpPr>
            <p:spPr>
              <a:xfrm>
                <a:off x="4100237" y="4157495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29" name="フローチャート: 結合子 128">
                <a:extLst>
                  <a:ext uri="{FF2B5EF4-FFF2-40B4-BE49-F238E27FC236}">
                    <a16:creationId xmlns:a16="http://schemas.microsoft.com/office/drawing/2014/main" id="{4BA621E9-03D2-5C52-3E66-77D44DF4737C}"/>
                  </a:ext>
                </a:extLst>
              </p:cNvPr>
              <p:cNvSpPr/>
              <p:nvPr/>
            </p:nvSpPr>
            <p:spPr>
              <a:xfrm>
                <a:off x="4100237" y="4309059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30" name="フローチャート: 結合子 129">
                <a:extLst>
                  <a:ext uri="{FF2B5EF4-FFF2-40B4-BE49-F238E27FC236}">
                    <a16:creationId xmlns:a16="http://schemas.microsoft.com/office/drawing/2014/main" id="{CAD240A7-0129-EB3F-945F-2C1483B99337}"/>
                  </a:ext>
                </a:extLst>
              </p:cNvPr>
              <p:cNvSpPr/>
              <p:nvPr/>
            </p:nvSpPr>
            <p:spPr>
              <a:xfrm>
                <a:off x="4100237" y="4763750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31" name="フローチャート: 結合子 130">
                <a:extLst>
                  <a:ext uri="{FF2B5EF4-FFF2-40B4-BE49-F238E27FC236}">
                    <a16:creationId xmlns:a16="http://schemas.microsoft.com/office/drawing/2014/main" id="{6E36E520-D88D-255D-7880-3C6A717FFC83}"/>
                  </a:ext>
                </a:extLst>
              </p:cNvPr>
              <p:cNvSpPr/>
              <p:nvPr/>
            </p:nvSpPr>
            <p:spPr>
              <a:xfrm>
                <a:off x="4100237" y="4612186"/>
                <a:ext cx="43875" cy="43875"/>
              </a:xfrm>
              <a:prstGeom prst="flowChartConnector">
                <a:avLst/>
              </a:prstGeom>
              <a:solidFill>
                <a:srgbClr val="B0ABAB"/>
              </a:solidFill>
              <a:ln>
                <a:solidFill>
                  <a:srgbClr val="B0ABA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59" name="テキスト ボックス 158">
                <a:extLst>
                  <a:ext uri="{FF2B5EF4-FFF2-40B4-BE49-F238E27FC236}">
                    <a16:creationId xmlns:a16="http://schemas.microsoft.com/office/drawing/2014/main" id="{CC1D54A4-CE9E-80EA-588B-4A675B6357E4}"/>
                  </a:ext>
                </a:extLst>
              </p:cNvPr>
              <p:cNvSpPr txBox="1"/>
              <p:nvPr/>
            </p:nvSpPr>
            <p:spPr>
              <a:xfrm>
                <a:off x="3584185" y="3860919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Motor Driver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60" name="テキスト ボックス 159">
                <a:extLst>
                  <a:ext uri="{FF2B5EF4-FFF2-40B4-BE49-F238E27FC236}">
                    <a16:creationId xmlns:a16="http://schemas.microsoft.com/office/drawing/2014/main" id="{A85097D6-55DF-124A-6F78-66CEEB20751B}"/>
                  </a:ext>
                </a:extLst>
              </p:cNvPr>
              <p:cNvSpPr txBox="1"/>
              <p:nvPr/>
            </p:nvSpPr>
            <p:spPr>
              <a:xfrm>
                <a:off x="3584185" y="4876872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DRV8835</a:t>
                </a:r>
              </a:p>
            </p:txBody>
          </p:sp>
        </p:grpSp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CDE56E89-AD75-B1AE-CE0B-2B9A1EEC4B23}"/>
                </a:ext>
              </a:extLst>
            </p:cNvPr>
            <p:cNvGrpSpPr/>
            <p:nvPr/>
          </p:nvGrpSpPr>
          <p:grpSpPr>
            <a:xfrm>
              <a:off x="1035683" y="3891991"/>
              <a:ext cx="1572023" cy="1258806"/>
              <a:chOff x="6943911" y="3429000"/>
              <a:chExt cx="1934797" cy="1549300"/>
            </a:xfrm>
          </p:grpSpPr>
          <p:sp>
            <p:nvSpPr>
              <p:cNvPr id="183" name="四角形: 角を丸くする 182">
                <a:extLst>
                  <a:ext uri="{FF2B5EF4-FFF2-40B4-BE49-F238E27FC236}">
                    <a16:creationId xmlns:a16="http://schemas.microsoft.com/office/drawing/2014/main" id="{0A8744BE-2F63-252D-7496-DF9ED424F17D}"/>
                  </a:ext>
                </a:extLst>
              </p:cNvPr>
              <p:cNvSpPr/>
              <p:nvPr/>
            </p:nvSpPr>
            <p:spPr>
              <a:xfrm>
                <a:off x="6943911" y="3429000"/>
                <a:ext cx="1934797" cy="1485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grpSp>
            <p:nvGrpSpPr>
              <p:cNvPr id="117" name="グループ化 116">
                <a:extLst>
                  <a:ext uri="{FF2B5EF4-FFF2-40B4-BE49-F238E27FC236}">
                    <a16:creationId xmlns:a16="http://schemas.microsoft.com/office/drawing/2014/main" id="{380753EF-E89F-9572-4D03-62B04BB01D77}"/>
                  </a:ext>
                </a:extLst>
              </p:cNvPr>
              <p:cNvGrpSpPr/>
              <p:nvPr/>
            </p:nvGrpSpPr>
            <p:grpSpPr>
              <a:xfrm>
                <a:off x="7263309" y="3848816"/>
                <a:ext cx="1296000" cy="432000"/>
                <a:chOff x="5803178" y="4466460"/>
                <a:chExt cx="1715302" cy="576840"/>
              </a:xfrm>
            </p:grpSpPr>
            <p:sp>
              <p:nvSpPr>
                <p:cNvPr id="116" name="四角形: 角を丸くする 115">
                  <a:extLst>
                    <a:ext uri="{FF2B5EF4-FFF2-40B4-BE49-F238E27FC236}">
                      <a16:creationId xmlns:a16="http://schemas.microsoft.com/office/drawing/2014/main" id="{FE040A67-5BA8-B825-59B8-8379A431EF33}"/>
                    </a:ext>
                  </a:extLst>
                </p:cNvPr>
                <p:cNvSpPr/>
                <p:nvPr/>
              </p:nvSpPr>
              <p:spPr>
                <a:xfrm>
                  <a:off x="5803178" y="4691880"/>
                  <a:ext cx="306000" cy="126000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/>
                </a:p>
              </p:txBody>
            </p:sp>
            <p:grpSp>
              <p:nvGrpSpPr>
                <p:cNvPr id="115" name="グループ化 114">
                  <a:extLst>
                    <a:ext uri="{FF2B5EF4-FFF2-40B4-BE49-F238E27FC236}">
                      <a16:creationId xmlns:a16="http://schemas.microsoft.com/office/drawing/2014/main" id="{35BC18AF-19AF-F05E-4111-C6E2FA2DC68F}"/>
                    </a:ext>
                  </a:extLst>
                </p:cNvPr>
                <p:cNvGrpSpPr/>
                <p:nvPr/>
              </p:nvGrpSpPr>
              <p:grpSpPr>
                <a:xfrm>
                  <a:off x="6009640" y="4466460"/>
                  <a:ext cx="1508840" cy="576840"/>
                  <a:chOff x="6009640" y="4375020"/>
                  <a:chExt cx="1508840" cy="576840"/>
                </a:xfrm>
              </p:grpSpPr>
              <p:sp>
                <p:nvSpPr>
                  <p:cNvPr id="111" name="四角形: 角を丸くする 110">
                    <a:extLst>
                      <a:ext uri="{FF2B5EF4-FFF2-40B4-BE49-F238E27FC236}">
                        <a16:creationId xmlns:a16="http://schemas.microsoft.com/office/drawing/2014/main" id="{6114CFFE-F083-D441-8A31-5351EAB53CFC}"/>
                      </a:ext>
                    </a:extLst>
                  </p:cNvPr>
                  <p:cNvSpPr/>
                  <p:nvPr/>
                </p:nvSpPr>
                <p:spPr>
                  <a:xfrm>
                    <a:off x="6431280" y="4419600"/>
                    <a:ext cx="1087200" cy="487680"/>
                  </a:xfrm>
                  <a:prstGeom prst="round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bg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 dirty="0"/>
                  </a:p>
                </p:txBody>
              </p:sp>
              <p:sp>
                <p:nvSpPr>
                  <p:cNvPr id="113" name="四角形: 角を丸くする 112">
                    <a:extLst>
                      <a:ext uri="{FF2B5EF4-FFF2-40B4-BE49-F238E27FC236}">
                        <a16:creationId xmlns:a16="http://schemas.microsoft.com/office/drawing/2014/main" id="{B2191E20-8C1A-8366-BC37-4F8E6249408A}"/>
                      </a:ext>
                    </a:extLst>
                  </p:cNvPr>
                  <p:cNvSpPr/>
                  <p:nvPr/>
                </p:nvSpPr>
                <p:spPr>
                  <a:xfrm>
                    <a:off x="6009640" y="4541520"/>
                    <a:ext cx="172720" cy="243840"/>
                  </a:xfrm>
                  <a:prstGeom prst="roundRect">
                    <a:avLst/>
                  </a:prstGeom>
                  <a:solidFill>
                    <a:srgbClr val="FFBE00"/>
                  </a:solidFill>
                  <a:ln>
                    <a:solidFill>
                      <a:srgbClr val="FFBE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12" name="四角形: 角を丸くする 111">
                    <a:extLst>
                      <a:ext uri="{FF2B5EF4-FFF2-40B4-BE49-F238E27FC236}">
                        <a16:creationId xmlns:a16="http://schemas.microsoft.com/office/drawing/2014/main" id="{921315B1-F25C-4A97-7945-E63326055FE2}"/>
                      </a:ext>
                    </a:extLst>
                  </p:cNvPr>
                  <p:cNvSpPr/>
                  <p:nvPr/>
                </p:nvSpPr>
                <p:spPr>
                  <a:xfrm>
                    <a:off x="6096000" y="4375020"/>
                    <a:ext cx="411910" cy="576840"/>
                  </a:xfrm>
                  <a:prstGeom prst="round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</p:grpSp>
          </p:grpSp>
          <p:sp>
            <p:nvSpPr>
              <p:cNvPr id="184" name="テキスト ボックス 183">
                <a:extLst>
                  <a:ext uri="{FF2B5EF4-FFF2-40B4-BE49-F238E27FC236}">
                    <a16:creationId xmlns:a16="http://schemas.microsoft.com/office/drawing/2014/main" id="{F698C815-A6EF-E37F-0521-14271EFFC712}"/>
                  </a:ext>
                </a:extLst>
              </p:cNvPr>
              <p:cNvSpPr txBox="1"/>
              <p:nvPr/>
            </p:nvSpPr>
            <p:spPr>
              <a:xfrm>
                <a:off x="7022309" y="3494383"/>
                <a:ext cx="1778000" cy="39071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Motor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F15142E5-6CB1-4B79-1FA3-F4080AF229F6}"/>
                  </a:ext>
                </a:extLst>
              </p:cNvPr>
              <p:cNvSpPr txBox="1"/>
              <p:nvPr/>
            </p:nvSpPr>
            <p:spPr>
              <a:xfrm>
                <a:off x="7134068" y="4310504"/>
                <a:ext cx="1554480" cy="667796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Palolu 25D</a:t>
                </a:r>
              </a:p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20.4:1 12V</a:t>
                </a:r>
              </a:p>
            </p:txBody>
          </p:sp>
        </p:grp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44F0CB20-021E-144E-3C1C-FEC139D720A4}"/>
                </a:ext>
              </a:extLst>
            </p:cNvPr>
            <p:cNvGrpSpPr/>
            <p:nvPr/>
          </p:nvGrpSpPr>
          <p:grpSpPr>
            <a:xfrm>
              <a:off x="1020826" y="2089169"/>
              <a:ext cx="1572023" cy="1222507"/>
              <a:chOff x="1020826" y="2089169"/>
              <a:chExt cx="1572023" cy="1222507"/>
            </a:xfrm>
          </p:grpSpPr>
          <p:sp>
            <p:nvSpPr>
              <p:cNvPr id="138" name="四角形: 角を丸くする 137">
                <a:extLst>
                  <a:ext uri="{FF2B5EF4-FFF2-40B4-BE49-F238E27FC236}">
                    <a16:creationId xmlns:a16="http://schemas.microsoft.com/office/drawing/2014/main" id="{BCCB4519-9469-0D87-39D2-CBB2C2D54C1E}"/>
                  </a:ext>
                </a:extLst>
              </p:cNvPr>
              <p:cNvSpPr/>
              <p:nvPr/>
            </p:nvSpPr>
            <p:spPr>
              <a:xfrm>
                <a:off x="1020826" y="2089169"/>
                <a:ext cx="1572023" cy="122250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/>
              </a:p>
            </p:txBody>
          </p:sp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6B4BB2B4-9BE8-17FB-0E07-12BD13F9D951}"/>
                  </a:ext>
                </a:extLst>
              </p:cNvPr>
              <p:cNvSpPr txBox="1"/>
              <p:nvPr/>
            </p:nvSpPr>
            <p:spPr>
              <a:xfrm>
                <a:off x="1084524" y="2097093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Gyro sensor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F9B01102-455C-6ABE-04CC-34B184E89DE7}"/>
                  </a:ext>
                </a:extLst>
              </p:cNvPr>
              <p:cNvSpPr txBox="1"/>
              <p:nvPr/>
            </p:nvSpPr>
            <p:spPr>
              <a:xfrm>
                <a:off x="1084524" y="2955613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BNO055</a:t>
                </a:r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3E374436-F6E2-779A-682A-15687DC96A01}"/>
                  </a:ext>
                </a:extLst>
              </p:cNvPr>
              <p:cNvGrpSpPr/>
              <p:nvPr/>
            </p:nvGrpSpPr>
            <p:grpSpPr>
              <a:xfrm>
                <a:off x="1365162" y="2387188"/>
                <a:ext cx="883350" cy="541125"/>
                <a:chOff x="3614151" y="2226420"/>
                <a:chExt cx="883350" cy="541125"/>
              </a:xfrm>
            </p:grpSpPr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80841B5B-99A1-F38C-4961-BF8D5EB8CC0D}"/>
                    </a:ext>
                  </a:extLst>
                </p:cNvPr>
                <p:cNvSpPr/>
                <p:nvPr/>
              </p:nvSpPr>
              <p:spPr>
                <a:xfrm>
                  <a:off x="3614151" y="2226420"/>
                  <a:ext cx="883350" cy="541125"/>
                </a:xfrm>
                <a:prstGeom prst="rect">
                  <a:avLst/>
                </a:prstGeom>
                <a:solidFill>
                  <a:srgbClr val="2D715A"/>
                </a:solidFill>
                <a:ln>
                  <a:solidFill>
                    <a:srgbClr val="2D715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 dirty="0"/>
                </a:p>
              </p:txBody>
            </p:sp>
            <p:sp>
              <p:nvSpPr>
                <p:cNvPr id="29" name="フローチャート: 処理 28">
                  <a:extLst>
                    <a:ext uri="{FF2B5EF4-FFF2-40B4-BE49-F238E27FC236}">
                      <a16:creationId xmlns:a16="http://schemas.microsoft.com/office/drawing/2014/main" id="{30242DC8-E8BD-D135-A538-E4915C893A4A}"/>
                    </a:ext>
                  </a:extLst>
                </p:cNvPr>
                <p:cNvSpPr/>
                <p:nvPr/>
              </p:nvSpPr>
              <p:spPr>
                <a:xfrm>
                  <a:off x="3956826" y="2343256"/>
                  <a:ext cx="198000" cy="307452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63"/>
                </a:p>
              </p:txBody>
            </p:sp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48180A8B-1A23-A0D5-9708-9B312F3EF977}"/>
                    </a:ext>
                  </a:extLst>
                </p:cNvPr>
                <p:cNvGrpSpPr/>
                <p:nvPr/>
              </p:nvGrpSpPr>
              <p:grpSpPr>
                <a:xfrm rot="5400000">
                  <a:off x="4033889" y="2460529"/>
                  <a:ext cx="43875" cy="498566"/>
                  <a:chOff x="5837162" y="4162411"/>
                  <a:chExt cx="43875" cy="498566"/>
                </a:xfrm>
              </p:grpSpPr>
              <p:sp>
                <p:nvSpPr>
                  <p:cNvPr id="11" name="フローチャート: 結合子 10">
                    <a:extLst>
                      <a:ext uri="{FF2B5EF4-FFF2-40B4-BE49-F238E27FC236}">
                        <a16:creationId xmlns:a16="http://schemas.microsoft.com/office/drawing/2014/main" id="{364382FB-BFDC-5657-BF2C-F4C59E4A313C}"/>
                      </a:ext>
                    </a:extLst>
                  </p:cNvPr>
                  <p:cNvSpPr/>
                  <p:nvPr/>
                </p:nvSpPr>
                <p:spPr>
                  <a:xfrm>
                    <a:off x="5837162" y="4465539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2" name="フローチャート: 結合子 11">
                    <a:extLst>
                      <a:ext uri="{FF2B5EF4-FFF2-40B4-BE49-F238E27FC236}">
                        <a16:creationId xmlns:a16="http://schemas.microsoft.com/office/drawing/2014/main" id="{214C0A3D-C568-B68D-39AA-FA9D74DEBF82}"/>
                      </a:ext>
                    </a:extLst>
                  </p:cNvPr>
                  <p:cNvSpPr/>
                  <p:nvPr/>
                </p:nvSpPr>
                <p:spPr>
                  <a:xfrm>
                    <a:off x="5837162" y="4162411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3" name="フローチャート: 結合子 12">
                    <a:extLst>
                      <a:ext uri="{FF2B5EF4-FFF2-40B4-BE49-F238E27FC236}">
                        <a16:creationId xmlns:a16="http://schemas.microsoft.com/office/drawing/2014/main" id="{EE5B208A-A05C-B9F8-5EC1-7EF8C6E7C1E7}"/>
                      </a:ext>
                    </a:extLst>
                  </p:cNvPr>
                  <p:cNvSpPr/>
                  <p:nvPr/>
                </p:nvSpPr>
                <p:spPr>
                  <a:xfrm>
                    <a:off x="5837162" y="4313975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4" name="フローチャート: 結合子 13">
                    <a:extLst>
                      <a:ext uri="{FF2B5EF4-FFF2-40B4-BE49-F238E27FC236}">
                        <a16:creationId xmlns:a16="http://schemas.microsoft.com/office/drawing/2014/main" id="{142593E2-55D1-E738-7F23-771D4F86AE9E}"/>
                      </a:ext>
                    </a:extLst>
                  </p:cNvPr>
                  <p:cNvSpPr/>
                  <p:nvPr/>
                </p:nvSpPr>
                <p:spPr>
                  <a:xfrm>
                    <a:off x="5837162" y="4617102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</p:grpSp>
            <p:grpSp>
              <p:nvGrpSpPr>
                <p:cNvPr id="16" name="グループ化 15">
                  <a:extLst>
                    <a:ext uri="{FF2B5EF4-FFF2-40B4-BE49-F238E27FC236}">
                      <a16:creationId xmlns:a16="http://schemas.microsoft.com/office/drawing/2014/main" id="{C93EA9FC-1569-D2BB-706F-6DCBE973BAFF}"/>
                    </a:ext>
                  </a:extLst>
                </p:cNvPr>
                <p:cNvGrpSpPr/>
                <p:nvPr/>
              </p:nvGrpSpPr>
              <p:grpSpPr>
                <a:xfrm rot="5400000">
                  <a:off x="4033889" y="2035730"/>
                  <a:ext cx="43875" cy="498566"/>
                  <a:chOff x="5837162" y="4162411"/>
                  <a:chExt cx="43875" cy="498566"/>
                </a:xfrm>
              </p:grpSpPr>
              <p:sp>
                <p:nvSpPr>
                  <p:cNvPr id="17" name="フローチャート: 結合子 16">
                    <a:extLst>
                      <a:ext uri="{FF2B5EF4-FFF2-40B4-BE49-F238E27FC236}">
                        <a16:creationId xmlns:a16="http://schemas.microsoft.com/office/drawing/2014/main" id="{3BF2170B-677D-71D0-AE7E-16445E9A0246}"/>
                      </a:ext>
                    </a:extLst>
                  </p:cNvPr>
                  <p:cNvSpPr/>
                  <p:nvPr/>
                </p:nvSpPr>
                <p:spPr>
                  <a:xfrm>
                    <a:off x="5837162" y="4465539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8" name="フローチャート: 結合子 17">
                    <a:extLst>
                      <a:ext uri="{FF2B5EF4-FFF2-40B4-BE49-F238E27FC236}">
                        <a16:creationId xmlns:a16="http://schemas.microsoft.com/office/drawing/2014/main" id="{17B7B5E7-DD23-A99A-4177-88C359B66066}"/>
                      </a:ext>
                    </a:extLst>
                  </p:cNvPr>
                  <p:cNvSpPr/>
                  <p:nvPr/>
                </p:nvSpPr>
                <p:spPr>
                  <a:xfrm>
                    <a:off x="5837162" y="4162411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19" name="フローチャート: 結合子 18">
                    <a:extLst>
                      <a:ext uri="{FF2B5EF4-FFF2-40B4-BE49-F238E27FC236}">
                        <a16:creationId xmlns:a16="http://schemas.microsoft.com/office/drawing/2014/main" id="{1F1871F5-3A75-99AA-3AA6-092FE4ABDA5D}"/>
                      </a:ext>
                    </a:extLst>
                  </p:cNvPr>
                  <p:cNvSpPr/>
                  <p:nvPr/>
                </p:nvSpPr>
                <p:spPr>
                  <a:xfrm>
                    <a:off x="5837162" y="4313975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  <p:sp>
                <p:nvSpPr>
                  <p:cNvPr id="20" name="フローチャート: 結合子 19">
                    <a:extLst>
                      <a:ext uri="{FF2B5EF4-FFF2-40B4-BE49-F238E27FC236}">
                        <a16:creationId xmlns:a16="http://schemas.microsoft.com/office/drawing/2014/main" id="{6229B525-D2F3-A8D3-9C43-8BABD79F77B6}"/>
                      </a:ext>
                    </a:extLst>
                  </p:cNvPr>
                  <p:cNvSpPr/>
                  <p:nvPr/>
                </p:nvSpPr>
                <p:spPr>
                  <a:xfrm>
                    <a:off x="5837162" y="4617102"/>
                    <a:ext cx="43875" cy="43875"/>
                  </a:xfrm>
                  <a:prstGeom prst="flowChartConnector">
                    <a:avLst/>
                  </a:prstGeom>
                  <a:solidFill>
                    <a:srgbClr val="B0ABAB"/>
                  </a:solidFill>
                  <a:ln>
                    <a:solidFill>
                      <a:srgbClr val="B0ABAB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63"/>
                  </a:p>
                </p:txBody>
              </p:sp>
            </p:grpSp>
          </p:grpSp>
        </p:grpSp>
        <p:sp>
          <p:nvSpPr>
            <p:cNvPr id="204" name="フローチャート: 処理 203">
              <a:extLst>
                <a:ext uri="{FF2B5EF4-FFF2-40B4-BE49-F238E27FC236}">
                  <a16:creationId xmlns:a16="http://schemas.microsoft.com/office/drawing/2014/main" id="{E3237415-C729-6750-E1A8-D43D89D6417E}"/>
                </a:ext>
              </a:extLst>
            </p:cNvPr>
            <p:cNvSpPr/>
            <p:nvPr/>
          </p:nvSpPr>
          <p:spPr>
            <a:xfrm>
              <a:off x="4247391" y="2546043"/>
              <a:ext cx="2050166" cy="306000"/>
            </a:xfrm>
            <a:prstGeom prst="flowChartProcess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6" name="フローチャート: 処理 155">
              <a:extLst>
                <a:ext uri="{FF2B5EF4-FFF2-40B4-BE49-F238E27FC236}">
                  <a16:creationId xmlns:a16="http://schemas.microsoft.com/office/drawing/2014/main" id="{2F79AC52-5764-6EC3-2079-7693ACD674FC}"/>
                </a:ext>
              </a:extLst>
            </p:cNvPr>
            <p:cNvSpPr/>
            <p:nvPr/>
          </p:nvSpPr>
          <p:spPr>
            <a:xfrm rot="2700000">
              <a:off x="4196386" y="3458280"/>
              <a:ext cx="2497068" cy="360000"/>
            </a:xfrm>
            <a:prstGeom prst="flowChartProces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A45D800B-D633-0B12-6AC7-161E19B2F1DC}"/>
                </a:ext>
              </a:extLst>
            </p:cNvPr>
            <p:cNvGrpSpPr/>
            <p:nvPr/>
          </p:nvGrpSpPr>
          <p:grpSpPr>
            <a:xfrm>
              <a:off x="3476997" y="2032908"/>
              <a:ext cx="1659002" cy="1335029"/>
              <a:chOff x="3476997" y="2032908"/>
              <a:chExt cx="1659002" cy="1335029"/>
            </a:xfrm>
          </p:grpSpPr>
          <p:sp>
            <p:nvSpPr>
              <p:cNvPr id="162" name="四角形: 角を丸くする 161">
                <a:extLst>
                  <a:ext uri="{FF2B5EF4-FFF2-40B4-BE49-F238E27FC236}">
                    <a16:creationId xmlns:a16="http://schemas.microsoft.com/office/drawing/2014/main" id="{A060D844-6421-2747-52E8-76AEEB4E3680}"/>
                  </a:ext>
                </a:extLst>
              </p:cNvPr>
              <p:cNvSpPr/>
              <p:nvPr/>
            </p:nvSpPr>
            <p:spPr>
              <a:xfrm>
                <a:off x="3520487" y="2032908"/>
                <a:ext cx="1572023" cy="1335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sp>
            <p:nvSpPr>
              <p:cNvPr id="181" name="テキスト ボックス 180">
                <a:extLst>
                  <a:ext uri="{FF2B5EF4-FFF2-40B4-BE49-F238E27FC236}">
                    <a16:creationId xmlns:a16="http://schemas.microsoft.com/office/drawing/2014/main" id="{93BF8F5E-7561-2C21-1ED9-6BA86E581238}"/>
                  </a:ext>
                </a:extLst>
              </p:cNvPr>
              <p:cNvSpPr txBox="1"/>
              <p:nvPr/>
            </p:nvSpPr>
            <p:spPr>
              <a:xfrm>
                <a:off x="3584186" y="2064369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Main CPU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82" name="テキスト ボックス 181">
                <a:extLst>
                  <a:ext uri="{FF2B5EF4-FFF2-40B4-BE49-F238E27FC236}">
                    <a16:creationId xmlns:a16="http://schemas.microsoft.com/office/drawing/2014/main" id="{F4905E56-6F77-5DBA-A225-5BC7717C30D6}"/>
                  </a:ext>
                </a:extLst>
              </p:cNvPr>
              <p:cNvSpPr txBox="1"/>
              <p:nvPr/>
            </p:nvSpPr>
            <p:spPr>
              <a:xfrm>
                <a:off x="3476997" y="3015417"/>
                <a:ext cx="1659002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Arduino MEGA</a:t>
                </a:r>
              </a:p>
            </p:txBody>
          </p:sp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5E1E3084-F030-9D6C-5F93-7E9D050768C9}"/>
                  </a:ext>
                </a:extLst>
              </p:cNvPr>
              <p:cNvGrpSpPr/>
              <p:nvPr/>
            </p:nvGrpSpPr>
            <p:grpSpPr>
              <a:xfrm>
                <a:off x="3864951" y="2358150"/>
                <a:ext cx="883094" cy="630000"/>
                <a:chOff x="904574" y="2093096"/>
                <a:chExt cx="883094" cy="630000"/>
              </a:xfrm>
            </p:grpSpPr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83872D77-2FAF-5169-1339-65C65ABD1C39}"/>
                    </a:ext>
                  </a:extLst>
                </p:cNvPr>
                <p:cNvSpPr/>
                <p:nvPr/>
              </p:nvSpPr>
              <p:spPr>
                <a:xfrm>
                  <a:off x="905668" y="2093096"/>
                  <a:ext cx="882000" cy="630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38" name="グループ化 37">
                  <a:extLst>
                    <a:ext uri="{FF2B5EF4-FFF2-40B4-BE49-F238E27FC236}">
                      <a16:creationId xmlns:a16="http://schemas.microsoft.com/office/drawing/2014/main" id="{326C084E-4F1F-92AD-9072-AC76456F22A5}"/>
                    </a:ext>
                  </a:extLst>
                </p:cNvPr>
                <p:cNvGrpSpPr/>
                <p:nvPr/>
              </p:nvGrpSpPr>
              <p:grpSpPr>
                <a:xfrm>
                  <a:off x="919793" y="2093096"/>
                  <a:ext cx="72000" cy="72000"/>
                  <a:chOff x="919793" y="2093096"/>
                  <a:chExt cx="72000" cy="72000"/>
                </a:xfrm>
              </p:grpSpPr>
              <p:sp>
                <p:nvSpPr>
                  <p:cNvPr id="36" name="正方形/長方形 35">
                    <a:extLst>
                      <a:ext uri="{FF2B5EF4-FFF2-40B4-BE49-F238E27FC236}">
                        <a16:creationId xmlns:a16="http://schemas.microsoft.com/office/drawing/2014/main" id="{D6C9F4FB-A874-0129-9035-81ECB4CA3B69}"/>
                      </a:ext>
                    </a:extLst>
                  </p:cNvPr>
                  <p:cNvSpPr/>
                  <p:nvPr/>
                </p:nvSpPr>
                <p:spPr>
                  <a:xfrm>
                    <a:off x="919793" y="2093096"/>
                    <a:ext cx="72000" cy="7200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7" name="楕円 36">
                    <a:extLst>
                      <a:ext uri="{FF2B5EF4-FFF2-40B4-BE49-F238E27FC236}">
                        <a16:creationId xmlns:a16="http://schemas.microsoft.com/office/drawing/2014/main" id="{9D0C5215-A518-4266-5CB4-140F61FF083E}"/>
                      </a:ext>
                    </a:extLst>
                  </p:cNvPr>
                  <p:cNvSpPr/>
                  <p:nvPr/>
                </p:nvSpPr>
                <p:spPr>
                  <a:xfrm>
                    <a:off x="937793" y="2111096"/>
                    <a:ext cx="36000" cy="36000"/>
                  </a:xfrm>
                  <a:prstGeom prst="ellipse">
                    <a:avLst/>
                  </a:prstGeom>
                  <a:solidFill>
                    <a:srgbClr val="FA6B58"/>
                  </a:solidFill>
                  <a:ln>
                    <a:solidFill>
                      <a:srgbClr val="FA6B58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9" name="正方形/長方形 38">
                  <a:extLst>
                    <a:ext uri="{FF2B5EF4-FFF2-40B4-BE49-F238E27FC236}">
                      <a16:creationId xmlns:a16="http://schemas.microsoft.com/office/drawing/2014/main" id="{AFEF042E-4DA0-7A56-C2B3-0D22F2FAF220}"/>
                    </a:ext>
                  </a:extLst>
                </p:cNvPr>
                <p:cNvSpPr/>
                <p:nvPr/>
              </p:nvSpPr>
              <p:spPr>
                <a:xfrm rot="2700000">
                  <a:off x="1368001" y="2276011"/>
                  <a:ext cx="252000" cy="252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CA7FBE03-0367-154C-D98F-F5F8ABFA9AF1}"/>
                    </a:ext>
                  </a:extLst>
                </p:cNvPr>
                <p:cNvSpPr/>
                <p:nvPr/>
              </p:nvSpPr>
              <p:spPr>
                <a:xfrm>
                  <a:off x="904574" y="2242157"/>
                  <a:ext cx="70443" cy="10800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1" name="フローチャート: 端子 40">
                  <a:extLst>
                    <a:ext uri="{FF2B5EF4-FFF2-40B4-BE49-F238E27FC236}">
                      <a16:creationId xmlns:a16="http://schemas.microsoft.com/office/drawing/2014/main" id="{8BEE5CEC-FDFE-71F1-813D-CFD5A3A78595}"/>
                    </a:ext>
                  </a:extLst>
                </p:cNvPr>
                <p:cNvSpPr/>
                <p:nvPr/>
              </p:nvSpPr>
              <p:spPr>
                <a:xfrm>
                  <a:off x="1591717" y="2592291"/>
                  <a:ext cx="180000" cy="54000"/>
                </a:xfrm>
                <a:prstGeom prst="flowChartTerminator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3" name="フローチャート: 端子 42">
                  <a:extLst>
                    <a:ext uri="{FF2B5EF4-FFF2-40B4-BE49-F238E27FC236}">
                      <a16:creationId xmlns:a16="http://schemas.microsoft.com/office/drawing/2014/main" id="{51AA5E26-84B9-5D98-D8C0-C059EA1A29A3}"/>
                    </a:ext>
                  </a:extLst>
                </p:cNvPr>
                <p:cNvSpPr/>
                <p:nvPr/>
              </p:nvSpPr>
              <p:spPr>
                <a:xfrm>
                  <a:off x="1167332" y="2178439"/>
                  <a:ext cx="180000" cy="54000"/>
                </a:xfrm>
                <a:prstGeom prst="flowChartTerminator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09CF5881-61C6-D764-4CFE-6FD7A39BDAA5}"/>
                </a:ext>
              </a:extLst>
            </p:cNvPr>
            <p:cNvSpPr/>
            <p:nvPr/>
          </p:nvSpPr>
          <p:spPr>
            <a:xfrm>
              <a:off x="6053303" y="2549809"/>
              <a:ext cx="1780937" cy="3060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1" name="グループ化 120">
              <a:extLst>
                <a:ext uri="{FF2B5EF4-FFF2-40B4-BE49-F238E27FC236}">
                  <a16:creationId xmlns:a16="http://schemas.microsoft.com/office/drawing/2014/main" id="{DB6D9573-8233-9ACA-0728-8D948069BEFC}"/>
                </a:ext>
              </a:extLst>
            </p:cNvPr>
            <p:cNvGrpSpPr/>
            <p:nvPr/>
          </p:nvGrpSpPr>
          <p:grpSpPr>
            <a:xfrm>
              <a:off x="5684308" y="3860919"/>
              <a:ext cx="1572023" cy="1348961"/>
              <a:chOff x="6005291" y="2925188"/>
              <a:chExt cx="1572023" cy="1348961"/>
            </a:xfrm>
          </p:grpSpPr>
          <p:sp>
            <p:nvSpPr>
              <p:cNvPr id="60" name="四角形: 角を丸くする 59">
                <a:extLst>
                  <a:ext uri="{FF2B5EF4-FFF2-40B4-BE49-F238E27FC236}">
                    <a16:creationId xmlns:a16="http://schemas.microsoft.com/office/drawing/2014/main" id="{DE8F48EE-38E4-E227-3D70-76494B3577DB}"/>
                  </a:ext>
                </a:extLst>
              </p:cNvPr>
              <p:cNvSpPr/>
              <p:nvPr/>
            </p:nvSpPr>
            <p:spPr>
              <a:xfrm>
                <a:off x="6005291" y="2925188"/>
                <a:ext cx="1572023" cy="1335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grpSp>
            <p:nvGrpSpPr>
              <p:cNvPr id="67" name="グループ化 66">
                <a:extLst>
                  <a:ext uri="{FF2B5EF4-FFF2-40B4-BE49-F238E27FC236}">
                    <a16:creationId xmlns:a16="http://schemas.microsoft.com/office/drawing/2014/main" id="{58E7C7DC-74C6-701B-4FAB-F354E9BF7E31}"/>
                  </a:ext>
                </a:extLst>
              </p:cNvPr>
              <p:cNvGrpSpPr/>
              <p:nvPr/>
            </p:nvGrpSpPr>
            <p:grpSpPr>
              <a:xfrm>
                <a:off x="6557302" y="3302937"/>
                <a:ext cx="468000" cy="576000"/>
                <a:chOff x="6801534" y="2369750"/>
                <a:chExt cx="468000" cy="576000"/>
              </a:xfrm>
            </p:grpSpPr>
            <p:sp>
              <p:nvSpPr>
                <p:cNvPr id="61" name="正方形/長方形 60">
                  <a:extLst>
                    <a:ext uri="{FF2B5EF4-FFF2-40B4-BE49-F238E27FC236}">
                      <a16:creationId xmlns:a16="http://schemas.microsoft.com/office/drawing/2014/main" id="{DCD844DD-1951-AC70-EB76-E72E97BED767}"/>
                    </a:ext>
                  </a:extLst>
                </p:cNvPr>
                <p:cNvSpPr/>
                <p:nvPr/>
              </p:nvSpPr>
              <p:spPr>
                <a:xfrm>
                  <a:off x="6801534" y="2369750"/>
                  <a:ext cx="468000" cy="576000"/>
                </a:xfrm>
                <a:prstGeom prst="rect">
                  <a:avLst/>
                </a:prstGeom>
                <a:solidFill>
                  <a:srgbClr val="D4D57A"/>
                </a:solidFill>
                <a:ln w="38100">
                  <a:solidFill>
                    <a:srgbClr val="B2D28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64" name="直線コネクタ 63">
                  <a:extLst>
                    <a:ext uri="{FF2B5EF4-FFF2-40B4-BE49-F238E27FC236}">
                      <a16:creationId xmlns:a16="http://schemas.microsoft.com/office/drawing/2014/main" id="{687A4F54-B7D7-1148-6269-5B26A032D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01534" y="2657750"/>
                  <a:ext cx="468000" cy="0"/>
                </a:xfrm>
                <a:prstGeom prst="line">
                  <a:avLst/>
                </a:prstGeom>
                <a:ln w="38100">
                  <a:solidFill>
                    <a:srgbClr val="B2D28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正方形/長方形 64">
                  <a:extLst>
                    <a:ext uri="{FF2B5EF4-FFF2-40B4-BE49-F238E27FC236}">
                      <a16:creationId xmlns:a16="http://schemas.microsoft.com/office/drawing/2014/main" id="{8EE0858D-1E27-0BA0-3517-9C7C8EB5F16E}"/>
                    </a:ext>
                  </a:extLst>
                </p:cNvPr>
                <p:cNvSpPr/>
                <p:nvPr/>
              </p:nvSpPr>
              <p:spPr>
                <a:xfrm>
                  <a:off x="6872108" y="2409029"/>
                  <a:ext cx="326853" cy="203060"/>
                </a:xfrm>
                <a:prstGeom prst="rect">
                  <a:avLst/>
                </a:prstGeom>
                <a:solidFill>
                  <a:srgbClr val="556947"/>
                </a:solidFill>
                <a:ln>
                  <a:solidFill>
                    <a:srgbClr val="5569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6" name="楕円 65">
                  <a:extLst>
                    <a:ext uri="{FF2B5EF4-FFF2-40B4-BE49-F238E27FC236}">
                      <a16:creationId xmlns:a16="http://schemas.microsoft.com/office/drawing/2014/main" id="{AE560FE9-A385-8C89-3803-AD23695D678A}"/>
                    </a:ext>
                  </a:extLst>
                </p:cNvPr>
                <p:cNvSpPr/>
                <p:nvPr/>
              </p:nvSpPr>
              <p:spPr>
                <a:xfrm>
                  <a:off x="6909057" y="2534771"/>
                  <a:ext cx="45719" cy="45719"/>
                </a:xfrm>
                <a:prstGeom prst="ellipse">
                  <a:avLst/>
                </a:prstGeom>
                <a:solidFill>
                  <a:srgbClr val="B4C8A6"/>
                </a:solidFill>
                <a:ln>
                  <a:solidFill>
                    <a:srgbClr val="B4C8A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9F988E78-4E64-703A-09C5-487A3F8A398D}"/>
                  </a:ext>
                </a:extLst>
              </p:cNvPr>
              <p:cNvSpPr txBox="1"/>
              <p:nvPr/>
            </p:nvSpPr>
            <p:spPr>
              <a:xfrm>
                <a:off x="6068990" y="2976083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Line sensor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1E913E7D-4D16-6058-9B66-EC0B092D9183}"/>
                  </a:ext>
                </a:extLst>
              </p:cNvPr>
              <p:cNvSpPr txBox="1"/>
              <p:nvPr/>
            </p:nvSpPr>
            <p:spPr>
              <a:xfrm>
                <a:off x="6068990" y="3956690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NJL7502R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01" name="グループ化 200">
              <a:extLst>
                <a:ext uri="{FF2B5EF4-FFF2-40B4-BE49-F238E27FC236}">
                  <a16:creationId xmlns:a16="http://schemas.microsoft.com/office/drawing/2014/main" id="{68ABD138-A441-E238-C383-7148FA2B1B7E}"/>
                </a:ext>
              </a:extLst>
            </p:cNvPr>
            <p:cNvGrpSpPr/>
            <p:nvPr/>
          </p:nvGrpSpPr>
          <p:grpSpPr>
            <a:xfrm>
              <a:off x="5407100" y="2486582"/>
              <a:ext cx="715699" cy="423673"/>
              <a:chOff x="6306893" y="2038057"/>
              <a:chExt cx="715699" cy="423673"/>
            </a:xfrm>
          </p:grpSpPr>
          <p:sp>
            <p:nvSpPr>
              <p:cNvPr id="163" name="四角形: 角を丸くする 162">
                <a:extLst>
                  <a:ext uri="{FF2B5EF4-FFF2-40B4-BE49-F238E27FC236}">
                    <a16:creationId xmlns:a16="http://schemas.microsoft.com/office/drawing/2014/main" id="{26852646-679C-BA53-E27B-028C6155031A}"/>
                  </a:ext>
                </a:extLst>
              </p:cNvPr>
              <p:cNvSpPr/>
              <p:nvPr/>
            </p:nvSpPr>
            <p:spPr>
              <a:xfrm>
                <a:off x="6306893" y="2038057"/>
                <a:ext cx="715699" cy="42367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sp>
            <p:nvSpPr>
              <p:cNvPr id="165" name="テキスト ボックス 164">
                <a:extLst>
                  <a:ext uri="{FF2B5EF4-FFF2-40B4-BE49-F238E27FC236}">
                    <a16:creationId xmlns:a16="http://schemas.microsoft.com/office/drawing/2014/main" id="{EE116452-4543-332B-924D-E2642ADB5D12}"/>
                  </a:ext>
                </a:extLst>
              </p:cNvPr>
              <p:cNvSpPr txBox="1"/>
              <p:nvPr/>
            </p:nvSpPr>
            <p:spPr>
              <a:xfrm>
                <a:off x="6355847" y="2091164"/>
                <a:ext cx="617790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ESC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02" name="グループ化 201">
              <a:extLst>
                <a:ext uri="{FF2B5EF4-FFF2-40B4-BE49-F238E27FC236}">
                  <a16:creationId xmlns:a16="http://schemas.microsoft.com/office/drawing/2014/main" id="{85BD29A7-22D0-5FDA-0F3D-DDABFB5FBDE6}"/>
                </a:ext>
              </a:extLst>
            </p:cNvPr>
            <p:cNvGrpSpPr/>
            <p:nvPr/>
          </p:nvGrpSpPr>
          <p:grpSpPr>
            <a:xfrm>
              <a:off x="6885780" y="2008826"/>
              <a:ext cx="1572023" cy="1335029"/>
              <a:chOff x="7313151" y="2244077"/>
              <a:chExt cx="1572023" cy="1335029"/>
            </a:xfrm>
          </p:grpSpPr>
          <p:sp>
            <p:nvSpPr>
              <p:cNvPr id="172" name="四角形: 角を丸くする 171">
                <a:extLst>
                  <a:ext uri="{FF2B5EF4-FFF2-40B4-BE49-F238E27FC236}">
                    <a16:creationId xmlns:a16="http://schemas.microsoft.com/office/drawing/2014/main" id="{C779D4D9-510A-D8DF-ED98-58F6CA817B72}"/>
                  </a:ext>
                </a:extLst>
              </p:cNvPr>
              <p:cNvSpPr/>
              <p:nvPr/>
            </p:nvSpPr>
            <p:spPr>
              <a:xfrm>
                <a:off x="7313151" y="2244077"/>
                <a:ext cx="1572023" cy="1335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63" dirty="0"/>
              </a:p>
            </p:txBody>
          </p:sp>
          <p:sp>
            <p:nvSpPr>
              <p:cNvPr id="174" name="テキスト ボックス 173">
                <a:extLst>
                  <a:ext uri="{FF2B5EF4-FFF2-40B4-BE49-F238E27FC236}">
                    <a16:creationId xmlns:a16="http://schemas.microsoft.com/office/drawing/2014/main" id="{F5DB9CF9-4C3C-2F66-5BBB-5BD77BE9E4A7}"/>
                  </a:ext>
                </a:extLst>
              </p:cNvPr>
              <p:cNvSpPr txBox="1"/>
              <p:nvPr/>
            </p:nvSpPr>
            <p:spPr>
              <a:xfrm>
                <a:off x="7376850" y="2294972"/>
                <a:ext cx="1444625" cy="3174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ja-JP" sz="1463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Dribbler</a:t>
                </a:r>
                <a:endParaRPr lang="ja-JP" altLang="en-US" sz="1463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00" name="図 199">
                <a:extLst>
                  <a:ext uri="{FF2B5EF4-FFF2-40B4-BE49-F238E27FC236}">
                    <a16:creationId xmlns:a16="http://schemas.microsoft.com/office/drawing/2014/main" id="{61F79A32-4DD8-15E0-BFBD-6071469A8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7565678" y="2460599"/>
                <a:ext cx="961526" cy="11698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825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17199</TotalTime>
  <Words>33</Words>
  <Application>Microsoft Office PowerPoint</Application>
  <PresentationFormat>A4 210 x 297 mm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智陽 巽</dc:creator>
  <cp:lastModifiedBy>智陽 巽</cp:lastModifiedBy>
  <cp:revision>19</cp:revision>
  <dcterms:created xsi:type="dcterms:W3CDTF">2025-08-10T10:41:49Z</dcterms:created>
  <dcterms:modified xsi:type="dcterms:W3CDTF">2026-01-10T08:14:38Z</dcterms:modified>
</cp:coreProperties>
</file>