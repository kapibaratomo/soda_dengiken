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3"/>
  </p:notesMasterIdLst>
  <p:sldIdLst>
    <p:sldId id="257" r:id="rId2"/>
  </p:sldIdLst>
  <p:sldSz cx="21383625" cy="151193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762">
          <p15:clr>
            <a:srgbClr val="747775"/>
          </p15:clr>
        </p15:guide>
        <p15:guide id="2" pos="673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2D7"/>
    <a:srgbClr val="0B53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EE6036-B2F5-62FB-63B3-09B06789AA45}" v="3" dt="2026-01-11T03:05:07.052"/>
    <p1510:client id="{ADEA9614-3750-B28E-293F-820CFD5892E4}" v="2" dt="2026-01-11T02:26:51.363"/>
    <p1510:client id="{E6DA80DF-E641-435C-805E-097C3DBA14B3}" v="127" dt="2026-01-11T08:02:47.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94660"/>
  </p:normalViewPr>
  <p:slideViewPr>
    <p:cSldViewPr snapToGrid="0">
      <p:cViewPr varScale="1">
        <p:scale>
          <a:sx n="36" d="100"/>
          <a:sy n="36" d="100"/>
        </p:scale>
        <p:origin x="1786" y="34"/>
      </p:cViewPr>
      <p:guideLst>
        <p:guide orient="horz" pos="4762"/>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智陽 巽" userId="1ecb7cf510f6dac5" providerId="LiveId" clId="{4F6A487F-FE43-4460-A856-93304C0FA4E1}"/>
    <pc:docChg chg="undo custSel modSld">
      <pc:chgData name="智陽 巽" userId="1ecb7cf510f6dac5" providerId="LiveId" clId="{4F6A487F-FE43-4460-A856-93304C0FA4E1}" dt="2026-01-11T08:05:07.228" v="252" actId="20577"/>
      <pc:docMkLst>
        <pc:docMk/>
      </pc:docMkLst>
      <pc:sldChg chg="addSp delSp modSp mod">
        <pc:chgData name="智陽 巽" userId="1ecb7cf510f6dac5" providerId="LiveId" clId="{4F6A487F-FE43-4460-A856-93304C0FA4E1}" dt="2026-01-11T08:05:07.228" v="252" actId="20577"/>
        <pc:sldMkLst>
          <pc:docMk/>
          <pc:sldMk cId="0" sldId="257"/>
        </pc:sldMkLst>
        <pc:spChg chg="mod">
          <ac:chgData name="智陽 巽" userId="1ecb7cf510f6dac5" providerId="LiveId" clId="{4F6A487F-FE43-4460-A856-93304C0FA4E1}" dt="2026-01-11T03:03:36.679" v="98" actId="571"/>
          <ac:spMkLst>
            <pc:docMk/>
            <pc:sldMk cId="0" sldId="257"/>
            <ac:spMk id="24" creationId="{8C24B595-659E-3697-EC24-55C605B8C24D}"/>
          </ac:spMkLst>
        </pc:spChg>
        <pc:spChg chg="add mod">
          <ac:chgData name="智陽 巽" userId="1ecb7cf510f6dac5" providerId="LiveId" clId="{4F6A487F-FE43-4460-A856-93304C0FA4E1}" dt="2026-01-11T06:58:23.037" v="121" actId="571"/>
          <ac:spMkLst>
            <pc:docMk/>
            <pc:sldMk cId="0" sldId="257"/>
            <ac:spMk id="28" creationId="{462DC49D-44D9-13AC-9243-BEBB8832FDFF}"/>
          </ac:spMkLst>
        </pc:spChg>
        <pc:spChg chg="add mod">
          <ac:chgData name="智陽 巽" userId="1ecb7cf510f6dac5" providerId="LiveId" clId="{4F6A487F-FE43-4460-A856-93304C0FA4E1}" dt="2026-01-11T06:58:23.037" v="121" actId="571"/>
          <ac:spMkLst>
            <pc:docMk/>
            <pc:sldMk cId="0" sldId="257"/>
            <ac:spMk id="29" creationId="{98818791-AF03-27CC-4272-1FCBECD952B2}"/>
          </ac:spMkLst>
        </pc:spChg>
        <pc:spChg chg="add mod">
          <ac:chgData name="智陽 巽" userId="1ecb7cf510f6dac5" providerId="LiveId" clId="{4F6A487F-FE43-4460-A856-93304C0FA4E1}" dt="2026-01-11T06:58:32.983" v="124" actId="571"/>
          <ac:spMkLst>
            <pc:docMk/>
            <pc:sldMk cId="0" sldId="257"/>
            <ac:spMk id="30" creationId="{DE6FDB81-234A-124A-505F-B34E6AAE4B56}"/>
          </ac:spMkLst>
        </pc:spChg>
        <pc:spChg chg="add mod">
          <ac:chgData name="智陽 巽" userId="1ecb7cf510f6dac5" providerId="LiveId" clId="{4F6A487F-FE43-4460-A856-93304C0FA4E1}" dt="2026-01-11T06:58:56.519" v="130" actId="571"/>
          <ac:spMkLst>
            <pc:docMk/>
            <pc:sldMk cId="0" sldId="257"/>
            <ac:spMk id="32" creationId="{3C93B20A-B318-FCB2-267D-335E1FCE9513}"/>
          </ac:spMkLst>
        </pc:spChg>
        <pc:spChg chg="add mod">
          <ac:chgData name="智陽 巽" userId="1ecb7cf510f6dac5" providerId="LiveId" clId="{4F6A487F-FE43-4460-A856-93304C0FA4E1}" dt="2026-01-11T06:58:56.519" v="130" actId="571"/>
          <ac:spMkLst>
            <pc:docMk/>
            <pc:sldMk cId="0" sldId="257"/>
            <ac:spMk id="33" creationId="{75710B32-59E6-12FE-C22B-796FC664AA4E}"/>
          </ac:spMkLst>
        </pc:spChg>
        <pc:spChg chg="mod">
          <ac:chgData name="智陽 巽" userId="1ecb7cf510f6dac5" providerId="LiveId" clId="{4F6A487F-FE43-4460-A856-93304C0FA4E1}" dt="2026-01-11T06:58:56.519" v="130" actId="571"/>
          <ac:spMkLst>
            <pc:docMk/>
            <pc:sldMk cId="0" sldId="257"/>
            <ac:spMk id="35" creationId="{5201A26E-FF64-BD3B-F14A-BD8811A6F3BF}"/>
          </ac:spMkLst>
        </pc:spChg>
        <pc:spChg chg="mod">
          <ac:chgData name="智陽 巽" userId="1ecb7cf510f6dac5" providerId="LiveId" clId="{4F6A487F-FE43-4460-A856-93304C0FA4E1}" dt="2026-01-11T06:58:56.519" v="130" actId="571"/>
          <ac:spMkLst>
            <pc:docMk/>
            <pc:sldMk cId="0" sldId="257"/>
            <ac:spMk id="36" creationId="{15C30DF0-5C50-9830-B70F-68F919F4645C}"/>
          </ac:spMkLst>
        </pc:spChg>
        <pc:spChg chg="add mod">
          <ac:chgData name="智陽 巽" userId="1ecb7cf510f6dac5" providerId="LiveId" clId="{4F6A487F-FE43-4460-A856-93304C0FA4E1}" dt="2026-01-11T07:00:04.211" v="137" actId="571"/>
          <ac:spMkLst>
            <pc:docMk/>
            <pc:sldMk cId="0" sldId="257"/>
            <ac:spMk id="37" creationId="{F440D5CC-8D8E-9C85-D17F-C9B835A9394F}"/>
          </ac:spMkLst>
        </pc:spChg>
        <pc:spChg chg="add mod">
          <ac:chgData name="智陽 巽" userId="1ecb7cf510f6dac5" providerId="LiveId" clId="{4F6A487F-FE43-4460-A856-93304C0FA4E1}" dt="2026-01-11T07:00:04.211" v="137" actId="571"/>
          <ac:spMkLst>
            <pc:docMk/>
            <pc:sldMk cId="0" sldId="257"/>
            <ac:spMk id="38" creationId="{A3ABB95C-5751-A7A0-7FE4-44F47828B099}"/>
          </ac:spMkLst>
        </pc:spChg>
        <pc:spChg chg="add del mod">
          <ac:chgData name="智陽 巽" userId="1ecb7cf510f6dac5" providerId="LiveId" clId="{4F6A487F-FE43-4460-A856-93304C0FA4E1}" dt="2026-01-11T07:59:31.592" v="147" actId="22"/>
          <ac:spMkLst>
            <pc:docMk/>
            <pc:sldMk cId="0" sldId="257"/>
            <ac:spMk id="41" creationId="{019ED63D-7CE2-41CF-7012-B210868E40F8}"/>
          </ac:spMkLst>
        </pc:spChg>
        <pc:spChg chg="add del">
          <ac:chgData name="智陽 巽" userId="1ecb7cf510f6dac5" providerId="LiveId" clId="{4F6A487F-FE43-4460-A856-93304C0FA4E1}" dt="2026-01-11T07:59:53.727" v="149" actId="22"/>
          <ac:spMkLst>
            <pc:docMk/>
            <pc:sldMk cId="0" sldId="257"/>
            <ac:spMk id="43" creationId="{D4DF589C-53F2-93B3-854B-0166280EBAAA}"/>
          </ac:spMkLst>
        </pc:spChg>
        <pc:spChg chg="add mod">
          <ac:chgData name="智陽 巽" userId="1ecb7cf510f6dac5" providerId="LiveId" clId="{4F6A487F-FE43-4460-A856-93304C0FA4E1}" dt="2026-01-11T08:05:07.228" v="252" actId="20577"/>
          <ac:spMkLst>
            <pc:docMk/>
            <pc:sldMk cId="0" sldId="257"/>
            <ac:spMk id="44" creationId="{8B24EDD4-FBB8-9767-A5E6-D193FC66AFF3}"/>
          </ac:spMkLst>
        </pc:spChg>
        <pc:spChg chg="add mod">
          <ac:chgData name="智陽 巽" userId="1ecb7cf510f6dac5" providerId="LiveId" clId="{4F6A487F-FE43-4460-A856-93304C0FA4E1}" dt="2026-01-11T08:05:05.201" v="251" actId="20577"/>
          <ac:spMkLst>
            <pc:docMk/>
            <pc:sldMk cId="0" sldId="257"/>
            <ac:spMk id="45" creationId="{7F5AB312-1394-A024-BA22-A5FF55212734}"/>
          </ac:spMkLst>
        </pc:spChg>
        <pc:spChg chg="mod topLvl">
          <ac:chgData name="智陽 巽" userId="1ecb7cf510f6dac5" providerId="LiveId" clId="{4F6A487F-FE43-4460-A856-93304C0FA4E1}" dt="2026-01-11T07:00:17.272" v="138" actId="164"/>
          <ac:spMkLst>
            <pc:docMk/>
            <pc:sldMk cId="0" sldId="257"/>
            <ac:spMk id="197" creationId="{00000000-0000-0000-0000-000000000000}"/>
          </ac:spMkLst>
        </pc:spChg>
        <pc:spChg chg="mod">
          <ac:chgData name="智陽 巽" userId="1ecb7cf510f6dac5" providerId="LiveId" clId="{4F6A487F-FE43-4460-A856-93304C0FA4E1}" dt="2026-01-11T03:03:33.032" v="96" actId="164"/>
          <ac:spMkLst>
            <pc:docMk/>
            <pc:sldMk cId="0" sldId="257"/>
            <ac:spMk id="200" creationId="{00000000-0000-0000-0000-000000000000}"/>
          </ac:spMkLst>
        </pc:spChg>
        <pc:spChg chg="mod">
          <ac:chgData name="智陽 巽" userId="1ecb7cf510f6dac5" providerId="LiveId" clId="{4F6A487F-FE43-4460-A856-93304C0FA4E1}" dt="2026-01-11T02:42:28.896" v="45" actId="20577"/>
          <ac:spMkLst>
            <pc:docMk/>
            <pc:sldMk cId="0" sldId="257"/>
            <ac:spMk id="205" creationId="{00000000-0000-0000-0000-000000000000}"/>
          </ac:spMkLst>
        </pc:spChg>
        <pc:spChg chg="mod">
          <ac:chgData name="智陽 巽" userId="1ecb7cf510f6dac5" providerId="LiveId" clId="{4F6A487F-FE43-4460-A856-93304C0FA4E1}" dt="2026-01-11T02:44:52.689" v="80" actId="20577"/>
          <ac:spMkLst>
            <pc:docMk/>
            <pc:sldMk cId="0" sldId="257"/>
            <ac:spMk id="206" creationId="{00000000-0000-0000-0000-000000000000}"/>
          </ac:spMkLst>
        </pc:spChg>
        <pc:spChg chg="mod topLvl">
          <ac:chgData name="智陽 巽" userId="1ecb7cf510f6dac5" providerId="LiveId" clId="{4F6A487F-FE43-4460-A856-93304C0FA4E1}" dt="2026-01-11T07:00:17.272" v="138" actId="164"/>
          <ac:spMkLst>
            <pc:docMk/>
            <pc:sldMk cId="0" sldId="257"/>
            <ac:spMk id="230" creationId="{00000000-0000-0000-0000-000000000000}"/>
          </ac:spMkLst>
        </pc:spChg>
        <pc:spChg chg="mod topLvl">
          <ac:chgData name="智陽 巽" userId="1ecb7cf510f6dac5" providerId="LiveId" clId="{4F6A487F-FE43-4460-A856-93304C0FA4E1}" dt="2026-01-11T07:00:17.272" v="138" actId="164"/>
          <ac:spMkLst>
            <pc:docMk/>
            <pc:sldMk cId="0" sldId="257"/>
            <ac:spMk id="231" creationId="{00000000-0000-0000-0000-000000000000}"/>
          </ac:spMkLst>
        </pc:spChg>
        <pc:spChg chg="mod topLvl">
          <ac:chgData name="智陽 巽" userId="1ecb7cf510f6dac5" providerId="LiveId" clId="{4F6A487F-FE43-4460-A856-93304C0FA4E1}" dt="2026-01-11T07:00:17.272" v="138" actId="164"/>
          <ac:spMkLst>
            <pc:docMk/>
            <pc:sldMk cId="0" sldId="257"/>
            <ac:spMk id="232" creationId="{00000000-0000-0000-0000-000000000000}"/>
          </ac:spMkLst>
        </pc:spChg>
        <pc:spChg chg="mod topLvl">
          <ac:chgData name="智陽 巽" userId="1ecb7cf510f6dac5" providerId="LiveId" clId="{4F6A487F-FE43-4460-A856-93304C0FA4E1}" dt="2026-01-11T07:00:17.272" v="138" actId="164"/>
          <ac:spMkLst>
            <pc:docMk/>
            <pc:sldMk cId="0" sldId="257"/>
            <ac:spMk id="235" creationId="{00000000-0000-0000-0000-000000000000}"/>
          </ac:spMkLst>
        </pc:spChg>
        <pc:spChg chg="mod topLvl">
          <ac:chgData name="智陽 巽" userId="1ecb7cf510f6dac5" providerId="LiveId" clId="{4F6A487F-FE43-4460-A856-93304C0FA4E1}" dt="2026-01-11T07:00:17.272" v="138" actId="164"/>
          <ac:spMkLst>
            <pc:docMk/>
            <pc:sldMk cId="0" sldId="257"/>
            <ac:spMk id="236" creationId="{00000000-0000-0000-0000-000000000000}"/>
          </ac:spMkLst>
        </pc:spChg>
        <pc:grpChg chg="del">
          <ac:chgData name="智陽 巽" userId="1ecb7cf510f6dac5" providerId="LiveId" clId="{4F6A487F-FE43-4460-A856-93304C0FA4E1}" dt="2026-01-11T06:58:14.588" v="118" actId="165"/>
          <ac:grpSpMkLst>
            <pc:docMk/>
            <pc:sldMk cId="0" sldId="257"/>
            <ac:grpSpMk id="5" creationId="{765773F4-0E27-5C07-F4D1-5C305403B1C5}"/>
          </ac:grpSpMkLst>
        </pc:grpChg>
        <pc:grpChg chg="del mod topLvl">
          <ac:chgData name="智陽 巽" userId="1ecb7cf510f6dac5" providerId="LiveId" clId="{4F6A487F-FE43-4460-A856-93304C0FA4E1}" dt="2026-01-11T06:58:42.129" v="127" actId="165"/>
          <ac:grpSpMkLst>
            <pc:docMk/>
            <pc:sldMk cId="0" sldId="257"/>
            <ac:grpSpMk id="7" creationId="{B0424350-5D3E-7272-6134-C74C36C6F9D3}"/>
          </ac:grpSpMkLst>
        </pc:grpChg>
        <pc:grpChg chg="del">
          <ac:chgData name="智陽 巽" userId="1ecb7cf510f6dac5" providerId="LiveId" clId="{4F6A487F-FE43-4460-A856-93304C0FA4E1}" dt="2026-01-11T06:59:02.833" v="131" actId="165"/>
          <ac:grpSpMkLst>
            <pc:docMk/>
            <pc:sldMk cId="0" sldId="257"/>
            <ac:grpSpMk id="8" creationId="{636ED81D-4533-8192-EECA-8DEDE6C976DF}"/>
          </ac:grpSpMkLst>
        </pc:grpChg>
        <pc:grpChg chg="add mod">
          <ac:chgData name="智陽 巽" userId="1ecb7cf510f6dac5" providerId="LiveId" clId="{4F6A487F-FE43-4460-A856-93304C0FA4E1}" dt="2026-01-11T03:03:33.032" v="96" actId="164"/>
          <ac:grpSpMkLst>
            <pc:docMk/>
            <pc:sldMk cId="0" sldId="257"/>
            <ac:grpSpMk id="15" creationId="{166EFF26-DC40-8AFB-72E0-480C1CE639BB}"/>
          </ac:grpSpMkLst>
        </pc:grpChg>
        <pc:grpChg chg="add mod">
          <ac:chgData name="智陽 巽" userId="1ecb7cf510f6dac5" providerId="LiveId" clId="{4F6A487F-FE43-4460-A856-93304C0FA4E1}" dt="2026-01-11T03:03:36.679" v="98" actId="571"/>
          <ac:grpSpMkLst>
            <pc:docMk/>
            <pc:sldMk cId="0" sldId="257"/>
            <ac:grpSpMk id="18" creationId="{054717AF-E0A2-8FD4-BA0C-43E74049FCCE}"/>
          </ac:grpSpMkLst>
        </pc:grpChg>
        <pc:grpChg chg="add del mod">
          <ac:chgData name="智陽 巽" userId="1ecb7cf510f6dac5" providerId="LiveId" clId="{4F6A487F-FE43-4460-A856-93304C0FA4E1}" dt="2026-01-11T06:58:39.103" v="126" actId="165"/>
          <ac:grpSpMkLst>
            <pc:docMk/>
            <pc:sldMk cId="0" sldId="257"/>
            <ac:grpSpMk id="31" creationId="{2165F196-C842-85E5-E97E-0D86B35523BD}"/>
          </ac:grpSpMkLst>
        </pc:grpChg>
        <pc:grpChg chg="add mod">
          <ac:chgData name="智陽 巽" userId="1ecb7cf510f6dac5" providerId="LiveId" clId="{4F6A487F-FE43-4460-A856-93304C0FA4E1}" dt="2026-01-11T06:58:56.519" v="130" actId="571"/>
          <ac:grpSpMkLst>
            <pc:docMk/>
            <pc:sldMk cId="0" sldId="257"/>
            <ac:grpSpMk id="34" creationId="{5C220797-FFDE-2333-44AA-9AEB98BD6B8B}"/>
          </ac:grpSpMkLst>
        </pc:grpChg>
        <pc:grpChg chg="add mod">
          <ac:chgData name="智陽 巽" userId="1ecb7cf510f6dac5" providerId="LiveId" clId="{4F6A487F-FE43-4460-A856-93304C0FA4E1}" dt="2026-01-11T07:00:17.272" v="138" actId="164"/>
          <ac:grpSpMkLst>
            <pc:docMk/>
            <pc:sldMk cId="0" sldId="257"/>
            <ac:grpSpMk id="39" creationId="{9FF728A0-CA1C-8A03-DA7F-2E778AFC450E}"/>
          </ac:grpSpMkLst>
        </pc:grpChg>
        <pc:picChg chg="add del mod">
          <ac:chgData name="智陽 巽" userId="1ecb7cf510f6dac5" providerId="LiveId" clId="{4F6A487F-FE43-4460-A856-93304C0FA4E1}" dt="2026-01-11T03:02:28.013" v="84" actId="478"/>
          <ac:picMkLst>
            <pc:docMk/>
            <pc:sldMk cId="0" sldId="257"/>
            <ac:picMk id="6" creationId="{EF4F80F9-EF37-F636-05EF-D35024ADE446}"/>
          </ac:picMkLst>
        </pc:picChg>
        <pc:picChg chg="add mod modCrop">
          <ac:chgData name="智陽 巽" userId="1ecb7cf510f6dac5" providerId="LiveId" clId="{4F6A487F-FE43-4460-A856-93304C0FA4E1}" dt="2026-01-11T08:04:15.527" v="238" actId="1076"/>
          <ac:picMkLst>
            <pc:docMk/>
            <pc:sldMk cId="0" sldId="257"/>
            <ac:picMk id="10" creationId="{2BC4FD3A-CC5F-7AA4-6F23-CCA193ACB953}"/>
          </ac:picMkLst>
        </pc:picChg>
        <pc:picChg chg="mod">
          <ac:chgData name="智陽 巽" userId="1ecb7cf510f6dac5" providerId="LiveId" clId="{4F6A487F-FE43-4460-A856-93304C0FA4E1}" dt="2026-01-11T03:03:36.679" v="98" actId="571"/>
          <ac:picMkLst>
            <pc:docMk/>
            <pc:sldMk cId="0" sldId="257"/>
            <ac:picMk id="26" creationId="{06336EA0-5615-B683-CE6A-1FA0EC0C6240}"/>
          </ac:picMkLst>
        </pc:picChg>
        <pc:picChg chg="add mod">
          <ac:chgData name="智陽 巽" userId="1ecb7cf510f6dac5" providerId="LiveId" clId="{4F6A487F-FE43-4460-A856-93304C0FA4E1}" dt="2026-01-11T03:03:36.679" v="98" actId="571"/>
          <ac:picMkLst>
            <pc:docMk/>
            <pc:sldMk cId="0" sldId="257"/>
            <ac:picMk id="27" creationId="{A157B946-CC2E-B416-44DF-8B6AAE1BB124}"/>
          </ac:picMkLst>
        </pc:picChg>
        <pc:picChg chg="mod">
          <ac:chgData name="智陽 巽" userId="1ecb7cf510f6dac5" providerId="LiveId" clId="{4F6A487F-FE43-4460-A856-93304C0FA4E1}" dt="2026-01-11T07:01:00.359" v="143" actId="14100"/>
          <ac:picMkLst>
            <pc:docMk/>
            <pc:sldMk cId="0" sldId="257"/>
            <ac:picMk id="237" creationId="{00000000-0000-0000-0000-000000000000}"/>
          </ac:picMkLst>
        </pc:picChg>
        <pc:picChg chg="mod">
          <ac:chgData name="智陽 巽" userId="1ecb7cf510f6dac5" providerId="LiveId" clId="{4F6A487F-FE43-4460-A856-93304C0FA4E1}" dt="2026-01-11T03:03:33.032" v="96" actId="164"/>
          <ac:picMkLst>
            <pc:docMk/>
            <pc:sldMk cId="0" sldId="257"/>
            <ac:picMk id="352" creationId="{5B9D3821-FA19-637D-69BA-08365C4B71E4}"/>
          </ac:picMkLst>
        </pc:picChg>
        <pc:picChg chg="del mod">
          <ac:chgData name="智陽 巽" userId="1ecb7cf510f6dac5" providerId="LiveId" clId="{4F6A487F-FE43-4460-A856-93304C0FA4E1}" dt="2026-01-11T03:02:12.045" v="82" actId="478"/>
          <ac:picMkLst>
            <pc:docMk/>
            <pc:sldMk cId="0" sldId="257"/>
            <ac:picMk id="1026" creationId="{62B45C5C-D55F-1EF8-9712-FC13D9568B8B}"/>
          </ac:picMkLst>
        </pc:picChg>
        <pc:cxnChg chg="mod">
          <ac:chgData name="智陽 巽" userId="1ecb7cf510f6dac5" providerId="LiveId" clId="{4F6A487F-FE43-4460-A856-93304C0FA4E1}" dt="2026-01-11T03:03:33.032" v="96" actId="164"/>
          <ac:cxnSpMkLst>
            <pc:docMk/>
            <pc:sldMk cId="0" sldId="257"/>
            <ac:cxnSpMk id="23" creationId="{B7693425-2BCF-7E83-B5E0-53BF59FF1AB3}"/>
          </ac:cxnSpMkLst>
        </pc:cxnChg>
        <pc:cxnChg chg="mod">
          <ac:chgData name="智陽 巽" userId="1ecb7cf510f6dac5" providerId="LiveId" clId="{4F6A487F-FE43-4460-A856-93304C0FA4E1}" dt="2026-01-11T03:03:36.679" v="98" actId="571"/>
          <ac:cxnSpMkLst>
            <pc:docMk/>
            <pc:sldMk cId="0" sldId="257"/>
            <ac:cxnSpMk id="25" creationId="{3B70C103-AB5D-B831-1FBA-51E45F7CDEF9}"/>
          </ac:cxnSpMkLst>
        </pc:cxnChg>
      </pc:sldChg>
    </pc:docChg>
  </pc:docChgLst>
  <pc:docChgLst>
    <pc:chgData name="ゲスト ユーザー" providerId="Windows Live" clId="Web-{ADEA9614-3750-B28E-293F-820CFD5892E4}"/>
    <pc:docChg chg="modSld">
      <pc:chgData name="ゲスト ユーザー" userId="" providerId="Windows Live" clId="Web-{ADEA9614-3750-B28E-293F-820CFD5892E4}" dt="2026-01-11T02:26:51.363" v="1" actId="1076"/>
      <pc:docMkLst>
        <pc:docMk/>
      </pc:docMkLst>
      <pc:sldChg chg="modSp">
        <pc:chgData name="ゲスト ユーザー" userId="" providerId="Windows Live" clId="Web-{ADEA9614-3750-B28E-293F-820CFD5892E4}" dt="2026-01-11T02:26:51.363" v="1" actId="1076"/>
        <pc:sldMkLst>
          <pc:docMk/>
          <pc:sldMk cId="0" sldId="257"/>
        </pc:sldMkLst>
        <pc:picChg chg="mod">
          <ac:chgData name="ゲスト ユーザー" userId="" providerId="Windows Live" clId="Web-{ADEA9614-3750-B28E-293F-820CFD5892E4}" dt="2026-01-11T02:26:51.363" v="1" actId="1076"/>
          <ac:picMkLst>
            <pc:docMk/>
            <pc:sldMk cId="0" sldId="257"/>
            <ac:picMk id="1026" creationId="{62B45C5C-D55F-1EF8-9712-FC13D9568B8B}"/>
          </ac:picMkLst>
        </pc:picChg>
      </pc:sldChg>
    </pc:docChg>
  </pc:docChgLst>
  <pc:docChgLst>
    <pc:chgData name="ゲスト ユーザー" providerId="Windows Live" clId="Web-{5EEE6036-B2F5-62FB-63B3-09B06789AA45}"/>
    <pc:docChg chg="modSld">
      <pc:chgData name="ゲスト ユーザー" userId="" providerId="Windows Live" clId="Web-{5EEE6036-B2F5-62FB-63B3-09B06789AA45}" dt="2026-01-11T03:05:07.052" v="2" actId="20577"/>
      <pc:docMkLst>
        <pc:docMk/>
      </pc:docMkLst>
      <pc:sldChg chg="modSp">
        <pc:chgData name="ゲスト ユーザー" userId="" providerId="Windows Live" clId="Web-{5EEE6036-B2F5-62FB-63B3-09B06789AA45}" dt="2026-01-11T03:05:07.052" v="2" actId="20577"/>
        <pc:sldMkLst>
          <pc:docMk/>
          <pc:sldMk cId="0" sldId="257"/>
        </pc:sldMkLst>
        <pc:spChg chg="mod">
          <ac:chgData name="ゲスト ユーザー" userId="" providerId="Windows Live" clId="Web-{5EEE6036-B2F5-62FB-63B3-09B06789AA45}" dt="2026-01-11T03:05:07.052" v="2" actId="20577"/>
          <ac:spMkLst>
            <pc:docMk/>
            <pc:sldMk cId="0" sldId="257"/>
            <ac:spMk id="230" creationId="{00000000-0000-0000-0000-000000000000}"/>
          </ac:spMkLst>
        </pc:spChg>
        <pc:picChg chg="mod">
          <ac:chgData name="ゲスト ユーザー" userId="" providerId="Windows Live" clId="Web-{5EEE6036-B2F5-62FB-63B3-09B06789AA45}" dt="2026-01-11T03:04:35.661" v="1" actId="14100"/>
          <ac:picMkLst>
            <pc:docMk/>
            <pc:sldMk cId="0" sldId="257"/>
            <ac:picMk id="10" creationId="{2BC4FD3A-CC5F-7AA4-6F23-CCA193ACB95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4515" y="685800"/>
            <a:ext cx="4849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496383a4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5" name="Google Shape;195;g3b496383a47_1_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603800" y="2474501"/>
            <a:ext cx="18176400" cy="5264100"/>
          </a:xfrm>
          <a:prstGeom prst="rect">
            <a:avLst/>
          </a:prstGeom>
          <a:noFill/>
          <a:ln>
            <a:noFill/>
          </a:ln>
        </p:spPr>
        <p:txBody>
          <a:bodyPr spcFirstLastPara="1" wrap="square" lIns="151575" tIns="75800" rIns="151575" bIns="75800" anchor="b" anchorCtr="0">
            <a:normAutofit/>
          </a:bodyPr>
          <a:lstStyle>
            <a:lvl1pPr lvl="0" algn="ctr">
              <a:lnSpc>
                <a:spcPct val="90000"/>
              </a:lnSpc>
              <a:spcBef>
                <a:spcPts val="0"/>
              </a:spcBef>
              <a:spcAft>
                <a:spcPts val="0"/>
              </a:spcAft>
              <a:buClr>
                <a:schemeClr val="dk1"/>
              </a:buClr>
              <a:buSzPts val="13964"/>
              <a:buFont typeface="Calibri"/>
              <a:buNone/>
              <a:defRPr sz="13964"/>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58" name="Google Shape;58;p14"/>
          <p:cNvSpPr txBox="1">
            <a:spLocks noGrp="1"/>
          </p:cNvSpPr>
          <p:nvPr>
            <p:ph type="subTitle" idx="1"/>
          </p:nvPr>
        </p:nvSpPr>
        <p:spPr>
          <a:xfrm>
            <a:off x="2673000" y="7941502"/>
            <a:ext cx="16038000" cy="3651000"/>
          </a:xfrm>
          <a:prstGeom prst="rect">
            <a:avLst/>
          </a:prstGeom>
          <a:noFill/>
          <a:ln>
            <a:noFill/>
          </a:ln>
        </p:spPr>
        <p:txBody>
          <a:bodyPr spcFirstLastPara="1" wrap="square" lIns="151575" tIns="75800" rIns="151575" bIns="75800" anchor="t" anchorCtr="0">
            <a:normAutofit/>
          </a:bodyPr>
          <a:lstStyle>
            <a:lvl1pPr lvl="0" algn="ctr">
              <a:lnSpc>
                <a:spcPct val="90000"/>
              </a:lnSpc>
              <a:spcBef>
                <a:spcPts val="2285"/>
              </a:spcBef>
              <a:spcAft>
                <a:spcPts val="0"/>
              </a:spcAft>
              <a:buClr>
                <a:schemeClr val="dk1"/>
              </a:buClr>
              <a:buSzPts val="5586"/>
              <a:buNone/>
              <a:defRPr sz="5585"/>
            </a:lvl1pPr>
            <a:lvl2pPr lvl="1" algn="ctr">
              <a:lnSpc>
                <a:spcPct val="90000"/>
              </a:lnSpc>
              <a:spcBef>
                <a:spcPts val="1269"/>
              </a:spcBef>
              <a:spcAft>
                <a:spcPts val="0"/>
              </a:spcAft>
              <a:buClr>
                <a:schemeClr val="dk1"/>
              </a:buClr>
              <a:buSzPts val="4570"/>
              <a:buNone/>
              <a:defRPr sz="4570"/>
            </a:lvl2pPr>
            <a:lvl3pPr lvl="2" algn="ctr">
              <a:lnSpc>
                <a:spcPct val="90000"/>
              </a:lnSpc>
              <a:spcBef>
                <a:spcPts val="1269"/>
              </a:spcBef>
              <a:spcAft>
                <a:spcPts val="0"/>
              </a:spcAft>
              <a:buClr>
                <a:schemeClr val="dk1"/>
              </a:buClr>
              <a:buSzPts val="4062"/>
              <a:buNone/>
              <a:defRPr sz="4062"/>
            </a:lvl3pPr>
            <a:lvl4pPr lvl="3" algn="ctr">
              <a:lnSpc>
                <a:spcPct val="90000"/>
              </a:lnSpc>
              <a:spcBef>
                <a:spcPts val="1269"/>
              </a:spcBef>
              <a:spcAft>
                <a:spcPts val="0"/>
              </a:spcAft>
              <a:buClr>
                <a:schemeClr val="dk1"/>
              </a:buClr>
              <a:buSzPts val="3808"/>
              <a:buNone/>
              <a:defRPr sz="3808"/>
            </a:lvl4pPr>
            <a:lvl5pPr lvl="4" algn="ctr">
              <a:lnSpc>
                <a:spcPct val="90000"/>
              </a:lnSpc>
              <a:spcBef>
                <a:spcPts val="1269"/>
              </a:spcBef>
              <a:spcAft>
                <a:spcPts val="0"/>
              </a:spcAft>
              <a:buClr>
                <a:schemeClr val="dk1"/>
              </a:buClr>
              <a:buSzPts val="3808"/>
              <a:buNone/>
              <a:defRPr sz="3808"/>
            </a:lvl5pPr>
            <a:lvl6pPr lvl="5" algn="ctr">
              <a:lnSpc>
                <a:spcPct val="90000"/>
              </a:lnSpc>
              <a:spcBef>
                <a:spcPts val="1269"/>
              </a:spcBef>
              <a:spcAft>
                <a:spcPts val="0"/>
              </a:spcAft>
              <a:buClr>
                <a:schemeClr val="dk1"/>
              </a:buClr>
              <a:buSzPts val="3808"/>
              <a:buNone/>
              <a:defRPr sz="3808"/>
            </a:lvl6pPr>
            <a:lvl7pPr lvl="6" algn="ctr">
              <a:lnSpc>
                <a:spcPct val="90000"/>
              </a:lnSpc>
              <a:spcBef>
                <a:spcPts val="1269"/>
              </a:spcBef>
              <a:spcAft>
                <a:spcPts val="0"/>
              </a:spcAft>
              <a:buClr>
                <a:schemeClr val="dk1"/>
              </a:buClr>
              <a:buSzPts val="3808"/>
              <a:buNone/>
              <a:defRPr sz="3808"/>
            </a:lvl7pPr>
            <a:lvl8pPr lvl="7" algn="ctr">
              <a:lnSpc>
                <a:spcPct val="90000"/>
              </a:lnSpc>
              <a:spcBef>
                <a:spcPts val="1269"/>
              </a:spcBef>
              <a:spcAft>
                <a:spcPts val="0"/>
              </a:spcAft>
              <a:buClr>
                <a:schemeClr val="dk1"/>
              </a:buClr>
              <a:buSzPts val="3808"/>
              <a:buNone/>
              <a:defRPr sz="3808"/>
            </a:lvl8pPr>
            <a:lvl9pPr lvl="8" algn="ctr">
              <a:lnSpc>
                <a:spcPct val="90000"/>
              </a:lnSpc>
              <a:spcBef>
                <a:spcPts val="1269"/>
              </a:spcBef>
              <a:spcAft>
                <a:spcPts val="0"/>
              </a:spcAft>
              <a:buClr>
                <a:schemeClr val="dk1"/>
              </a:buClr>
              <a:buSzPts val="3808"/>
              <a:buNone/>
              <a:defRPr sz="3808"/>
            </a:lvl9pPr>
          </a:lstStyle>
          <a:p>
            <a:endParaRPr/>
          </a:p>
        </p:txBody>
      </p:sp>
      <p:sp>
        <p:nvSpPr>
          <p:cNvPr id="59" name="Google Shape;59;p14"/>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60" name="Google Shape;60;p14"/>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61" name="Google Shape;61;p14"/>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1470150" y="805003"/>
            <a:ext cx="18444600" cy="29226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64" name="Google Shape;64;p15"/>
          <p:cNvSpPr txBox="1">
            <a:spLocks noGrp="1"/>
          </p:cNvSpPr>
          <p:nvPr>
            <p:ph type="body" idx="1"/>
          </p:nvPr>
        </p:nvSpPr>
        <p:spPr>
          <a:xfrm>
            <a:off x="1470150" y="4025002"/>
            <a:ext cx="18444600" cy="95934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65" name="Google Shape;65;p15"/>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66" name="Google Shape;66;p15"/>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67" name="Google Shape;67;p15"/>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1459013" y="3769504"/>
            <a:ext cx="18444600" cy="6289800"/>
          </a:xfrm>
          <a:prstGeom prst="rect">
            <a:avLst/>
          </a:prstGeom>
          <a:noFill/>
          <a:ln>
            <a:noFill/>
          </a:ln>
        </p:spPr>
        <p:txBody>
          <a:bodyPr spcFirstLastPara="1" wrap="square" lIns="151575" tIns="75800" rIns="151575" bIns="75800" anchor="b" anchorCtr="0">
            <a:normAutofit/>
          </a:bodyPr>
          <a:lstStyle>
            <a:lvl1pPr lvl="0" algn="l">
              <a:lnSpc>
                <a:spcPct val="90000"/>
              </a:lnSpc>
              <a:spcBef>
                <a:spcPts val="0"/>
              </a:spcBef>
              <a:spcAft>
                <a:spcPts val="0"/>
              </a:spcAft>
              <a:buClr>
                <a:schemeClr val="dk1"/>
              </a:buClr>
              <a:buSzPts val="13964"/>
              <a:buFont typeface="Calibri"/>
              <a:buNone/>
              <a:defRPr sz="13964"/>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70" name="Google Shape;70;p16"/>
          <p:cNvSpPr txBox="1">
            <a:spLocks noGrp="1"/>
          </p:cNvSpPr>
          <p:nvPr>
            <p:ph type="body" idx="1"/>
          </p:nvPr>
        </p:nvSpPr>
        <p:spPr>
          <a:xfrm>
            <a:off x="1459013" y="10118504"/>
            <a:ext cx="18444600" cy="3306900"/>
          </a:xfrm>
          <a:prstGeom prst="rect">
            <a:avLst/>
          </a:prstGeom>
          <a:noFill/>
          <a:ln>
            <a:noFill/>
          </a:ln>
        </p:spPr>
        <p:txBody>
          <a:bodyPr spcFirstLastPara="1" wrap="square" lIns="151575" tIns="75800" rIns="151575" bIns="75800" anchor="t" anchorCtr="0">
            <a:normAutofit/>
          </a:bodyPr>
          <a:lstStyle>
            <a:lvl1pPr marL="457200" lvl="0" indent="-228600" algn="l">
              <a:lnSpc>
                <a:spcPct val="90000"/>
              </a:lnSpc>
              <a:spcBef>
                <a:spcPts val="2285"/>
              </a:spcBef>
              <a:spcAft>
                <a:spcPts val="0"/>
              </a:spcAft>
              <a:buClr>
                <a:schemeClr val="dk1"/>
              </a:buClr>
              <a:buSzPts val="5586"/>
              <a:buNone/>
              <a:defRPr sz="5585">
                <a:solidFill>
                  <a:schemeClr val="dk1"/>
                </a:solidFill>
              </a:defRPr>
            </a:lvl1pPr>
            <a:lvl2pPr marL="914400" lvl="1" indent="-228600" algn="l">
              <a:lnSpc>
                <a:spcPct val="90000"/>
              </a:lnSpc>
              <a:spcBef>
                <a:spcPts val="1269"/>
              </a:spcBef>
              <a:spcAft>
                <a:spcPts val="0"/>
              </a:spcAft>
              <a:buClr>
                <a:srgbClr val="888888"/>
              </a:buClr>
              <a:buSzPts val="4570"/>
              <a:buNone/>
              <a:defRPr sz="4570">
                <a:solidFill>
                  <a:srgbClr val="888888"/>
                </a:solidFill>
              </a:defRPr>
            </a:lvl2pPr>
            <a:lvl3pPr marL="1371600" lvl="2" indent="-228600" algn="l">
              <a:lnSpc>
                <a:spcPct val="90000"/>
              </a:lnSpc>
              <a:spcBef>
                <a:spcPts val="1269"/>
              </a:spcBef>
              <a:spcAft>
                <a:spcPts val="0"/>
              </a:spcAft>
              <a:buClr>
                <a:srgbClr val="888888"/>
              </a:buClr>
              <a:buSzPts val="4062"/>
              <a:buNone/>
              <a:defRPr sz="4062">
                <a:solidFill>
                  <a:srgbClr val="888888"/>
                </a:solidFill>
              </a:defRPr>
            </a:lvl3pPr>
            <a:lvl4pPr marL="1828800" lvl="3" indent="-228600" algn="l">
              <a:lnSpc>
                <a:spcPct val="90000"/>
              </a:lnSpc>
              <a:spcBef>
                <a:spcPts val="1269"/>
              </a:spcBef>
              <a:spcAft>
                <a:spcPts val="0"/>
              </a:spcAft>
              <a:buClr>
                <a:srgbClr val="888888"/>
              </a:buClr>
              <a:buSzPts val="3808"/>
              <a:buNone/>
              <a:defRPr sz="3808">
                <a:solidFill>
                  <a:srgbClr val="888888"/>
                </a:solidFill>
              </a:defRPr>
            </a:lvl4pPr>
            <a:lvl5pPr marL="2286000" lvl="4" indent="-228600" algn="l">
              <a:lnSpc>
                <a:spcPct val="90000"/>
              </a:lnSpc>
              <a:spcBef>
                <a:spcPts val="1269"/>
              </a:spcBef>
              <a:spcAft>
                <a:spcPts val="0"/>
              </a:spcAft>
              <a:buClr>
                <a:srgbClr val="888888"/>
              </a:buClr>
              <a:buSzPts val="3808"/>
              <a:buNone/>
              <a:defRPr sz="3808">
                <a:solidFill>
                  <a:srgbClr val="888888"/>
                </a:solidFill>
              </a:defRPr>
            </a:lvl5pPr>
            <a:lvl6pPr marL="2743200" lvl="5" indent="-228600" algn="l">
              <a:lnSpc>
                <a:spcPct val="90000"/>
              </a:lnSpc>
              <a:spcBef>
                <a:spcPts val="1269"/>
              </a:spcBef>
              <a:spcAft>
                <a:spcPts val="0"/>
              </a:spcAft>
              <a:buClr>
                <a:srgbClr val="888888"/>
              </a:buClr>
              <a:buSzPts val="3808"/>
              <a:buNone/>
              <a:defRPr sz="3808">
                <a:solidFill>
                  <a:srgbClr val="888888"/>
                </a:solidFill>
              </a:defRPr>
            </a:lvl6pPr>
            <a:lvl7pPr marL="3200400" lvl="6" indent="-228600" algn="l">
              <a:lnSpc>
                <a:spcPct val="90000"/>
              </a:lnSpc>
              <a:spcBef>
                <a:spcPts val="1269"/>
              </a:spcBef>
              <a:spcAft>
                <a:spcPts val="0"/>
              </a:spcAft>
              <a:buClr>
                <a:srgbClr val="888888"/>
              </a:buClr>
              <a:buSzPts val="3808"/>
              <a:buNone/>
              <a:defRPr sz="3808">
                <a:solidFill>
                  <a:srgbClr val="888888"/>
                </a:solidFill>
              </a:defRPr>
            </a:lvl7pPr>
            <a:lvl8pPr marL="3657600" lvl="7" indent="-228600" algn="l">
              <a:lnSpc>
                <a:spcPct val="90000"/>
              </a:lnSpc>
              <a:spcBef>
                <a:spcPts val="1269"/>
              </a:spcBef>
              <a:spcAft>
                <a:spcPts val="0"/>
              </a:spcAft>
              <a:buClr>
                <a:srgbClr val="888888"/>
              </a:buClr>
              <a:buSzPts val="3808"/>
              <a:buNone/>
              <a:defRPr sz="3808">
                <a:solidFill>
                  <a:srgbClr val="888888"/>
                </a:solidFill>
              </a:defRPr>
            </a:lvl8pPr>
            <a:lvl9pPr marL="4114800" lvl="8" indent="-228600" algn="l">
              <a:lnSpc>
                <a:spcPct val="90000"/>
              </a:lnSpc>
              <a:spcBef>
                <a:spcPts val="1269"/>
              </a:spcBef>
              <a:spcAft>
                <a:spcPts val="0"/>
              </a:spcAft>
              <a:buClr>
                <a:srgbClr val="888888"/>
              </a:buClr>
              <a:buSzPts val="3808"/>
              <a:buNone/>
              <a:defRPr sz="3808">
                <a:solidFill>
                  <a:srgbClr val="888888"/>
                </a:solidFill>
              </a:defRPr>
            </a:lvl9pPr>
          </a:lstStyle>
          <a:p>
            <a:endParaRPr/>
          </a:p>
        </p:txBody>
      </p:sp>
      <p:sp>
        <p:nvSpPr>
          <p:cNvPr id="71" name="Google Shape;71;p16"/>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72" name="Google Shape;72;p16"/>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73" name="Google Shape;73;p16"/>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1470150" y="805003"/>
            <a:ext cx="18444600" cy="29226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76" name="Google Shape;76;p17"/>
          <p:cNvSpPr txBox="1">
            <a:spLocks noGrp="1"/>
          </p:cNvSpPr>
          <p:nvPr>
            <p:ph type="body" idx="1"/>
          </p:nvPr>
        </p:nvSpPr>
        <p:spPr>
          <a:xfrm>
            <a:off x="1470150" y="4025002"/>
            <a:ext cx="9089100" cy="95934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77" name="Google Shape;77;p17"/>
          <p:cNvSpPr txBox="1">
            <a:spLocks noGrp="1"/>
          </p:cNvSpPr>
          <p:nvPr>
            <p:ph type="body" idx="2"/>
          </p:nvPr>
        </p:nvSpPr>
        <p:spPr>
          <a:xfrm>
            <a:off x="10825650" y="4025002"/>
            <a:ext cx="9089100" cy="95934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78" name="Google Shape;78;p17"/>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79" name="Google Shape;79;p17"/>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80" name="Google Shape;80;p17"/>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1472935" y="805003"/>
            <a:ext cx="18444600" cy="29226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83" name="Google Shape;83;p18"/>
          <p:cNvSpPr txBox="1">
            <a:spLocks noGrp="1"/>
          </p:cNvSpPr>
          <p:nvPr>
            <p:ph type="body" idx="1"/>
          </p:nvPr>
        </p:nvSpPr>
        <p:spPr>
          <a:xfrm>
            <a:off x="1472940" y="3706504"/>
            <a:ext cx="9046200" cy="1816500"/>
          </a:xfrm>
          <a:prstGeom prst="rect">
            <a:avLst/>
          </a:prstGeom>
          <a:noFill/>
          <a:ln>
            <a:noFill/>
          </a:ln>
        </p:spPr>
        <p:txBody>
          <a:bodyPr spcFirstLastPara="1" wrap="square" lIns="151575" tIns="75800" rIns="151575" bIns="75800" anchor="b" anchorCtr="0">
            <a:normAutofit/>
          </a:bodyPr>
          <a:lstStyle>
            <a:lvl1pPr marL="457200" lvl="0" indent="-228600" algn="l">
              <a:lnSpc>
                <a:spcPct val="90000"/>
              </a:lnSpc>
              <a:spcBef>
                <a:spcPts val="2285"/>
              </a:spcBef>
              <a:spcAft>
                <a:spcPts val="0"/>
              </a:spcAft>
              <a:buClr>
                <a:schemeClr val="dk1"/>
              </a:buClr>
              <a:buSzPts val="5586"/>
              <a:buNone/>
              <a:defRPr sz="5585" b="1"/>
            </a:lvl1pPr>
            <a:lvl2pPr marL="914400" lvl="1" indent="-228600" algn="l">
              <a:lnSpc>
                <a:spcPct val="90000"/>
              </a:lnSpc>
              <a:spcBef>
                <a:spcPts val="1269"/>
              </a:spcBef>
              <a:spcAft>
                <a:spcPts val="0"/>
              </a:spcAft>
              <a:buClr>
                <a:schemeClr val="dk1"/>
              </a:buClr>
              <a:buSzPts val="4570"/>
              <a:buNone/>
              <a:defRPr sz="4570" b="1"/>
            </a:lvl2pPr>
            <a:lvl3pPr marL="1371600" lvl="2" indent="-228600" algn="l">
              <a:lnSpc>
                <a:spcPct val="90000"/>
              </a:lnSpc>
              <a:spcBef>
                <a:spcPts val="1269"/>
              </a:spcBef>
              <a:spcAft>
                <a:spcPts val="0"/>
              </a:spcAft>
              <a:buClr>
                <a:schemeClr val="dk1"/>
              </a:buClr>
              <a:buSzPts val="4062"/>
              <a:buNone/>
              <a:defRPr sz="4062" b="1"/>
            </a:lvl3pPr>
            <a:lvl4pPr marL="1828800" lvl="3" indent="-228600" algn="l">
              <a:lnSpc>
                <a:spcPct val="90000"/>
              </a:lnSpc>
              <a:spcBef>
                <a:spcPts val="1269"/>
              </a:spcBef>
              <a:spcAft>
                <a:spcPts val="0"/>
              </a:spcAft>
              <a:buClr>
                <a:schemeClr val="dk1"/>
              </a:buClr>
              <a:buSzPts val="3808"/>
              <a:buNone/>
              <a:defRPr sz="3808" b="1"/>
            </a:lvl4pPr>
            <a:lvl5pPr marL="2286000" lvl="4" indent="-228600" algn="l">
              <a:lnSpc>
                <a:spcPct val="90000"/>
              </a:lnSpc>
              <a:spcBef>
                <a:spcPts val="1269"/>
              </a:spcBef>
              <a:spcAft>
                <a:spcPts val="0"/>
              </a:spcAft>
              <a:buClr>
                <a:schemeClr val="dk1"/>
              </a:buClr>
              <a:buSzPts val="3808"/>
              <a:buNone/>
              <a:defRPr sz="3808" b="1"/>
            </a:lvl5pPr>
            <a:lvl6pPr marL="2743200" lvl="5" indent="-228600" algn="l">
              <a:lnSpc>
                <a:spcPct val="90000"/>
              </a:lnSpc>
              <a:spcBef>
                <a:spcPts val="1269"/>
              </a:spcBef>
              <a:spcAft>
                <a:spcPts val="0"/>
              </a:spcAft>
              <a:buClr>
                <a:schemeClr val="dk1"/>
              </a:buClr>
              <a:buSzPts val="3808"/>
              <a:buNone/>
              <a:defRPr sz="3808" b="1"/>
            </a:lvl6pPr>
            <a:lvl7pPr marL="3200400" lvl="6" indent="-228600" algn="l">
              <a:lnSpc>
                <a:spcPct val="90000"/>
              </a:lnSpc>
              <a:spcBef>
                <a:spcPts val="1269"/>
              </a:spcBef>
              <a:spcAft>
                <a:spcPts val="0"/>
              </a:spcAft>
              <a:buClr>
                <a:schemeClr val="dk1"/>
              </a:buClr>
              <a:buSzPts val="3808"/>
              <a:buNone/>
              <a:defRPr sz="3808" b="1"/>
            </a:lvl7pPr>
            <a:lvl8pPr marL="3657600" lvl="7" indent="-228600" algn="l">
              <a:lnSpc>
                <a:spcPct val="90000"/>
              </a:lnSpc>
              <a:spcBef>
                <a:spcPts val="1269"/>
              </a:spcBef>
              <a:spcAft>
                <a:spcPts val="0"/>
              </a:spcAft>
              <a:buClr>
                <a:schemeClr val="dk1"/>
              </a:buClr>
              <a:buSzPts val="3808"/>
              <a:buNone/>
              <a:defRPr sz="3808" b="1"/>
            </a:lvl8pPr>
            <a:lvl9pPr marL="4114800" lvl="8" indent="-228600" algn="l">
              <a:lnSpc>
                <a:spcPct val="90000"/>
              </a:lnSpc>
              <a:spcBef>
                <a:spcPts val="1269"/>
              </a:spcBef>
              <a:spcAft>
                <a:spcPts val="0"/>
              </a:spcAft>
              <a:buClr>
                <a:schemeClr val="dk1"/>
              </a:buClr>
              <a:buSzPts val="3808"/>
              <a:buNone/>
              <a:defRPr sz="3808" b="1"/>
            </a:lvl9pPr>
          </a:lstStyle>
          <a:p>
            <a:endParaRPr/>
          </a:p>
        </p:txBody>
      </p:sp>
      <p:sp>
        <p:nvSpPr>
          <p:cNvPr id="84" name="Google Shape;84;p18"/>
          <p:cNvSpPr txBox="1">
            <a:spLocks noGrp="1"/>
          </p:cNvSpPr>
          <p:nvPr>
            <p:ph type="body" idx="2"/>
          </p:nvPr>
        </p:nvSpPr>
        <p:spPr>
          <a:xfrm>
            <a:off x="1472940" y="5523003"/>
            <a:ext cx="9046200" cy="81237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85" name="Google Shape;85;p18"/>
          <p:cNvSpPr txBox="1">
            <a:spLocks noGrp="1"/>
          </p:cNvSpPr>
          <p:nvPr>
            <p:ph type="body" idx="3"/>
          </p:nvPr>
        </p:nvSpPr>
        <p:spPr>
          <a:xfrm>
            <a:off x="10825653" y="3706504"/>
            <a:ext cx="9091200" cy="1816500"/>
          </a:xfrm>
          <a:prstGeom prst="rect">
            <a:avLst/>
          </a:prstGeom>
          <a:noFill/>
          <a:ln>
            <a:noFill/>
          </a:ln>
        </p:spPr>
        <p:txBody>
          <a:bodyPr spcFirstLastPara="1" wrap="square" lIns="151575" tIns="75800" rIns="151575" bIns="75800" anchor="b" anchorCtr="0">
            <a:normAutofit/>
          </a:bodyPr>
          <a:lstStyle>
            <a:lvl1pPr marL="457200" lvl="0" indent="-228600" algn="l">
              <a:lnSpc>
                <a:spcPct val="90000"/>
              </a:lnSpc>
              <a:spcBef>
                <a:spcPts val="2285"/>
              </a:spcBef>
              <a:spcAft>
                <a:spcPts val="0"/>
              </a:spcAft>
              <a:buClr>
                <a:schemeClr val="dk1"/>
              </a:buClr>
              <a:buSzPts val="5586"/>
              <a:buNone/>
              <a:defRPr sz="5585" b="1"/>
            </a:lvl1pPr>
            <a:lvl2pPr marL="914400" lvl="1" indent="-228600" algn="l">
              <a:lnSpc>
                <a:spcPct val="90000"/>
              </a:lnSpc>
              <a:spcBef>
                <a:spcPts val="1269"/>
              </a:spcBef>
              <a:spcAft>
                <a:spcPts val="0"/>
              </a:spcAft>
              <a:buClr>
                <a:schemeClr val="dk1"/>
              </a:buClr>
              <a:buSzPts val="4570"/>
              <a:buNone/>
              <a:defRPr sz="4570" b="1"/>
            </a:lvl2pPr>
            <a:lvl3pPr marL="1371600" lvl="2" indent="-228600" algn="l">
              <a:lnSpc>
                <a:spcPct val="90000"/>
              </a:lnSpc>
              <a:spcBef>
                <a:spcPts val="1269"/>
              </a:spcBef>
              <a:spcAft>
                <a:spcPts val="0"/>
              </a:spcAft>
              <a:buClr>
                <a:schemeClr val="dk1"/>
              </a:buClr>
              <a:buSzPts val="4062"/>
              <a:buNone/>
              <a:defRPr sz="4062" b="1"/>
            </a:lvl3pPr>
            <a:lvl4pPr marL="1828800" lvl="3" indent="-228600" algn="l">
              <a:lnSpc>
                <a:spcPct val="90000"/>
              </a:lnSpc>
              <a:spcBef>
                <a:spcPts val="1269"/>
              </a:spcBef>
              <a:spcAft>
                <a:spcPts val="0"/>
              </a:spcAft>
              <a:buClr>
                <a:schemeClr val="dk1"/>
              </a:buClr>
              <a:buSzPts val="3808"/>
              <a:buNone/>
              <a:defRPr sz="3808" b="1"/>
            </a:lvl4pPr>
            <a:lvl5pPr marL="2286000" lvl="4" indent="-228600" algn="l">
              <a:lnSpc>
                <a:spcPct val="90000"/>
              </a:lnSpc>
              <a:spcBef>
                <a:spcPts val="1269"/>
              </a:spcBef>
              <a:spcAft>
                <a:spcPts val="0"/>
              </a:spcAft>
              <a:buClr>
                <a:schemeClr val="dk1"/>
              </a:buClr>
              <a:buSzPts val="3808"/>
              <a:buNone/>
              <a:defRPr sz="3808" b="1"/>
            </a:lvl5pPr>
            <a:lvl6pPr marL="2743200" lvl="5" indent="-228600" algn="l">
              <a:lnSpc>
                <a:spcPct val="90000"/>
              </a:lnSpc>
              <a:spcBef>
                <a:spcPts val="1269"/>
              </a:spcBef>
              <a:spcAft>
                <a:spcPts val="0"/>
              </a:spcAft>
              <a:buClr>
                <a:schemeClr val="dk1"/>
              </a:buClr>
              <a:buSzPts val="3808"/>
              <a:buNone/>
              <a:defRPr sz="3808" b="1"/>
            </a:lvl6pPr>
            <a:lvl7pPr marL="3200400" lvl="6" indent="-228600" algn="l">
              <a:lnSpc>
                <a:spcPct val="90000"/>
              </a:lnSpc>
              <a:spcBef>
                <a:spcPts val="1269"/>
              </a:spcBef>
              <a:spcAft>
                <a:spcPts val="0"/>
              </a:spcAft>
              <a:buClr>
                <a:schemeClr val="dk1"/>
              </a:buClr>
              <a:buSzPts val="3808"/>
              <a:buNone/>
              <a:defRPr sz="3808" b="1"/>
            </a:lvl7pPr>
            <a:lvl8pPr marL="3657600" lvl="7" indent="-228600" algn="l">
              <a:lnSpc>
                <a:spcPct val="90000"/>
              </a:lnSpc>
              <a:spcBef>
                <a:spcPts val="1269"/>
              </a:spcBef>
              <a:spcAft>
                <a:spcPts val="0"/>
              </a:spcAft>
              <a:buClr>
                <a:schemeClr val="dk1"/>
              </a:buClr>
              <a:buSzPts val="3808"/>
              <a:buNone/>
              <a:defRPr sz="3808" b="1"/>
            </a:lvl8pPr>
            <a:lvl9pPr marL="4114800" lvl="8" indent="-228600" algn="l">
              <a:lnSpc>
                <a:spcPct val="90000"/>
              </a:lnSpc>
              <a:spcBef>
                <a:spcPts val="1269"/>
              </a:spcBef>
              <a:spcAft>
                <a:spcPts val="0"/>
              </a:spcAft>
              <a:buClr>
                <a:schemeClr val="dk1"/>
              </a:buClr>
              <a:buSzPts val="3808"/>
              <a:buNone/>
              <a:defRPr sz="3808" b="1"/>
            </a:lvl9pPr>
          </a:lstStyle>
          <a:p>
            <a:endParaRPr/>
          </a:p>
        </p:txBody>
      </p:sp>
      <p:sp>
        <p:nvSpPr>
          <p:cNvPr id="86" name="Google Shape;86;p18"/>
          <p:cNvSpPr txBox="1">
            <a:spLocks noGrp="1"/>
          </p:cNvSpPr>
          <p:nvPr>
            <p:ph type="body" idx="4"/>
          </p:nvPr>
        </p:nvSpPr>
        <p:spPr>
          <a:xfrm>
            <a:off x="10825653" y="5523003"/>
            <a:ext cx="9091200" cy="81237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87" name="Google Shape;87;p18"/>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88" name="Google Shape;88;p18"/>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89" name="Google Shape;89;p18"/>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1470150" y="805003"/>
            <a:ext cx="18444600" cy="29226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92" name="Google Shape;92;p19"/>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93" name="Google Shape;93;p19"/>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94" name="Google Shape;94;p19"/>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97" name="Google Shape;97;p20"/>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98" name="Google Shape;98;p20"/>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1472938" y="1008000"/>
            <a:ext cx="6897300" cy="3528300"/>
          </a:xfrm>
          <a:prstGeom prst="rect">
            <a:avLst/>
          </a:prstGeom>
          <a:noFill/>
          <a:ln>
            <a:noFill/>
          </a:ln>
        </p:spPr>
        <p:txBody>
          <a:bodyPr spcFirstLastPara="1" wrap="square" lIns="151575" tIns="75800" rIns="151575" bIns="75800" anchor="b" anchorCtr="0">
            <a:normAutofit/>
          </a:bodyPr>
          <a:lstStyle>
            <a:lvl1pPr lvl="0" algn="l">
              <a:lnSpc>
                <a:spcPct val="90000"/>
              </a:lnSpc>
              <a:spcBef>
                <a:spcPts val="0"/>
              </a:spcBef>
              <a:spcAft>
                <a:spcPts val="0"/>
              </a:spcAft>
              <a:buClr>
                <a:schemeClr val="dk1"/>
              </a:buClr>
              <a:buSzPts val="7363"/>
              <a:buFont typeface="Calibri"/>
              <a:buNone/>
              <a:defRPr sz="7362"/>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101" name="Google Shape;101;p21"/>
          <p:cNvSpPr txBox="1">
            <a:spLocks noGrp="1"/>
          </p:cNvSpPr>
          <p:nvPr>
            <p:ph type="body" idx="1"/>
          </p:nvPr>
        </p:nvSpPr>
        <p:spPr>
          <a:xfrm>
            <a:off x="9090985" y="2177006"/>
            <a:ext cx="10825200" cy="10744800"/>
          </a:xfrm>
          <a:prstGeom prst="rect">
            <a:avLst/>
          </a:prstGeom>
          <a:noFill/>
          <a:ln>
            <a:noFill/>
          </a:ln>
        </p:spPr>
        <p:txBody>
          <a:bodyPr spcFirstLastPara="1" wrap="square" lIns="151575" tIns="75800" rIns="151575" bIns="75800" anchor="t" anchorCtr="0">
            <a:normAutofit/>
          </a:bodyPr>
          <a:lstStyle>
            <a:lvl1pPr marL="457200" lvl="0" indent="-696147" algn="l">
              <a:lnSpc>
                <a:spcPct val="90000"/>
              </a:lnSpc>
              <a:spcBef>
                <a:spcPts val="2285"/>
              </a:spcBef>
              <a:spcAft>
                <a:spcPts val="0"/>
              </a:spcAft>
              <a:buClr>
                <a:schemeClr val="dk1"/>
              </a:buClr>
              <a:buSzPts val="7363"/>
              <a:buChar char="•"/>
              <a:defRPr sz="7362"/>
            </a:lvl1pPr>
            <a:lvl2pPr marL="914400" lvl="1" indent="-647780" algn="l">
              <a:lnSpc>
                <a:spcPct val="90000"/>
              </a:lnSpc>
              <a:spcBef>
                <a:spcPts val="1269"/>
              </a:spcBef>
              <a:spcAft>
                <a:spcPts val="0"/>
              </a:spcAft>
              <a:buClr>
                <a:schemeClr val="dk1"/>
              </a:buClr>
              <a:buSzPts val="6601"/>
              <a:buChar char="•"/>
              <a:defRPr sz="6601"/>
            </a:lvl2pPr>
            <a:lvl3pPr marL="1371600" lvl="2" indent="-583291" algn="l">
              <a:lnSpc>
                <a:spcPct val="90000"/>
              </a:lnSpc>
              <a:spcBef>
                <a:spcPts val="1269"/>
              </a:spcBef>
              <a:spcAft>
                <a:spcPts val="0"/>
              </a:spcAft>
              <a:buClr>
                <a:schemeClr val="dk1"/>
              </a:buClr>
              <a:buSzPts val="5586"/>
              <a:buChar char="•"/>
              <a:defRPr sz="5585"/>
            </a:lvl3pPr>
            <a:lvl4pPr marL="1828800" lvl="3" indent="-518801" algn="l">
              <a:lnSpc>
                <a:spcPct val="90000"/>
              </a:lnSpc>
              <a:spcBef>
                <a:spcPts val="1269"/>
              </a:spcBef>
              <a:spcAft>
                <a:spcPts val="0"/>
              </a:spcAft>
              <a:buClr>
                <a:schemeClr val="dk1"/>
              </a:buClr>
              <a:buSzPts val="4570"/>
              <a:buChar char="•"/>
              <a:defRPr sz="4570"/>
            </a:lvl4pPr>
            <a:lvl5pPr marL="2286000" lvl="4" indent="-518802" algn="l">
              <a:lnSpc>
                <a:spcPct val="90000"/>
              </a:lnSpc>
              <a:spcBef>
                <a:spcPts val="1269"/>
              </a:spcBef>
              <a:spcAft>
                <a:spcPts val="0"/>
              </a:spcAft>
              <a:buClr>
                <a:schemeClr val="dk1"/>
              </a:buClr>
              <a:buSzPts val="4570"/>
              <a:buChar char="•"/>
              <a:defRPr sz="4570"/>
            </a:lvl5pPr>
            <a:lvl6pPr marL="2743200" lvl="5" indent="-518802" algn="l">
              <a:lnSpc>
                <a:spcPct val="90000"/>
              </a:lnSpc>
              <a:spcBef>
                <a:spcPts val="1269"/>
              </a:spcBef>
              <a:spcAft>
                <a:spcPts val="0"/>
              </a:spcAft>
              <a:buClr>
                <a:schemeClr val="dk1"/>
              </a:buClr>
              <a:buSzPts val="4570"/>
              <a:buChar char="•"/>
              <a:defRPr sz="4570"/>
            </a:lvl6pPr>
            <a:lvl7pPr marL="3200400" lvl="6" indent="-518802" algn="l">
              <a:lnSpc>
                <a:spcPct val="90000"/>
              </a:lnSpc>
              <a:spcBef>
                <a:spcPts val="1269"/>
              </a:spcBef>
              <a:spcAft>
                <a:spcPts val="0"/>
              </a:spcAft>
              <a:buClr>
                <a:schemeClr val="dk1"/>
              </a:buClr>
              <a:buSzPts val="4570"/>
              <a:buChar char="•"/>
              <a:defRPr sz="4570"/>
            </a:lvl7pPr>
            <a:lvl8pPr marL="3657600" lvl="7" indent="-518802" algn="l">
              <a:lnSpc>
                <a:spcPct val="90000"/>
              </a:lnSpc>
              <a:spcBef>
                <a:spcPts val="1269"/>
              </a:spcBef>
              <a:spcAft>
                <a:spcPts val="0"/>
              </a:spcAft>
              <a:buClr>
                <a:schemeClr val="dk1"/>
              </a:buClr>
              <a:buSzPts val="4570"/>
              <a:buChar char="•"/>
              <a:defRPr sz="4570"/>
            </a:lvl8pPr>
            <a:lvl9pPr marL="4114800" lvl="8" indent="-518802" algn="l">
              <a:lnSpc>
                <a:spcPct val="90000"/>
              </a:lnSpc>
              <a:spcBef>
                <a:spcPts val="1269"/>
              </a:spcBef>
              <a:spcAft>
                <a:spcPts val="0"/>
              </a:spcAft>
              <a:buClr>
                <a:schemeClr val="dk1"/>
              </a:buClr>
              <a:buSzPts val="4570"/>
              <a:buChar char="•"/>
              <a:defRPr sz="4570"/>
            </a:lvl9pPr>
          </a:lstStyle>
          <a:p>
            <a:endParaRPr/>
          </a:p>
        </p:txBody>
      </p:sp>
      <p:sp>
        <p:nvSpPr>
          <p:cNvPr id="102" name="Google Shape;102;p21"/>
          <p:cNvSpPr txBox="1">
            <a:spLocks noGrp="1"/>
          </p:cNvSpPr>
          <p:nvPr>
            <p:ph type="body" idx="2"/>
          </p:nvPr>
        </p:nvSpPr>
        <p:spPr>
          <a:xfrm>
            <a:off x="1472938" y="4536000"/>
            <a:ext cx="6897300" cy="8403300"/>
          </a:xfrm>
          <a:prstGeom prst="rect">
            <a:avLst/>
          </a:prstGeom>
          <a:noFill/>
          <a:ln>
            <a:noFill/>
          </a:ln>
        </p:spPr>
        <p:txBody>
          <a:bodyPr spcFirstLastPara="1" wrap="square" lIns="151575" tIns="75800" rIns="151575" bIns="75800" anchor="t" anchorCtr="0">
            <a:normAutofit/>
          </a:bodyPr>
          <a:lstStyle>
            <a:lvl1pPr marL="457200" lvl="0" indent="-228600" algn="l">
              <a:lnSpc>
                <a:spcPct val="90000"/>
              </a:lnSpc>
              <a:spcBef>
                <a:spcPts val="2285"/>
              </a:spcBef>
              <a:spcAft>
                <a:spcPts val="0"/>
              </a:spcAft>
              <a:buClr>
                <a:schemeClr val="dk1"/>
              </a:buClr>
              <a:buSzPts val="3808"/>
              <a:buNone/>
              <a:defRPr sz="3808"/>
            </a:lvl1pPr>
            <a:lvl2pPr marL="914400" lvl="1" indent="-228600" algn="l">
              <a:lnSpc>
                <a:spcPct val="90000"/>
              </a:lnSpc>
              <a:spcBef>
                <a:spcPts val="1269"/>
              </a:spcBef>
              <a:spcAft>
                <a:spcPts val="0"/>
              </a:spcAft>
              <a:buClr>
                <a:schemeClr val="dk1"/>
              </a:buClr>
              <a:buSzPts val="3301"/>
              <a:buNone/>
              <a:defRPr sz="3300"/>
            </a:lvl2pPr>
            <a:lvl3pPr marL="1371600" lvl="2" indent="-228600" algn="l">
              <a:lnSpc>
                <a:spcPct val="90000"/>
              </a:lnSpc>
              <a:spcBef>
                <a:spcPts val="1269"/>
              </a:spcBef>
              <a:spcAft>
                <a:spcPts val="0"/>
              </a:spcAft>
              <a:buClr>
                <a:schemeClr val="dk1"/>
              </a:buClr>
              <a:buSzPts val="2793"/>
              <a:buNone/>
              <a:defRPr sz="2792"/>
            </a:lvl3pPr>
            <a:lvl4pPr marL="1828800" lvl="3" indent="-228600" algn="l">
              <a:lnSpc>
                <a:spcPct val="90000"/>
              </a:lnSpc>
              <a:spcBef>
                <a:spcPts val="1269"/>
              </a:spcBef>
              <a:spcAft>
                <a:spcPts val="0"/>
              </a:spcAft>
              <a:buClr>
                <a:schemeClr val="dk1"/>
              </a:buClr>
              <a:buSzPts val="2285"/>
              <a:buNone/>
              <a:defRPr sz="2285"/>
            </a:lvl4pPr>
            <a:lvl5pPr marL="2286000" lvl="4" indent="-228600" algn="l">
              <a:lnSpc>
                <a:spcPct val="90000"/>
              </a:lnSpc>
              <a:spcBef>
                <a:spcPts val="1269"/>
              </a:spcBef>
              <a:spcAft>
                <a:spcPts val="0"/>
              </a:spcAft>
              <a:buClr>
                <a:schemeClr val="dk1"/>
              </a:buClr>
              <a:buSzPts val="2285"/>
              <a:buNone/>
              <a:defRPr sz="2285"/>
            </a:lvl5pPr>
            <a:lvl6pPr marL="2743200" lvl="5" indent="-228600" algn="l">
              <a:lnSpc>
                <a:spcPct val="90000"/>
              </a:lnSpc>
              <a:spcBef>
                <a:spcPts val="1269"/>
              </a:spcBef>
              <a:spcAft>
                <a:spcPts val="0"/>
              </a:spcAft>
              <a:buClr>
                <a:schemeClr val="dk1"/>
              </a:buClr>
              <a:buSzPts val="2285"/>
              <a:buNone/>
              <a:defRPr sz="2285"/>
            </a:lvl6pPr>
            <a:lvl7pPr marL="3200400" lvl="6" indent="-228600" algn="l">
              <a:lnSpc>
                <a:spcPct val="90000"/>
              </a:lnSpc>
              <a:spcBef>
                <a:spcPts val="1269"/>
              </a:spcBef>
              <a:spcAft>
                <a:spcPts val="0"/>
              </a:spcAft>
              <a:buClr>
                <a:schemeClr val="dk1"/>
              </a:buClr>
              <a:buSzPts val="2285"/>
              <a:buNone/>
              <a:defRPr sz="2285"/>
            </a:lvl7pPr>
            <a:lvl8pPr marL="3657600" lvl="7" indent="-228600" algn="l">
              <a:lnSpc>
                <a:spcPct val="90000"/>
              </a:lnSpc>
              <a:spcBef>
                <a:spcPts val="1269"/>
              </a:spcBef>
              <a:spcAft>
                <a:spcPts val="0"/>
              </a:spcAft>
              <a:buClr>
                <a:schemeClr val="dk1"/>
              </a:buClr>
              <a:buSzPts val="2285"/>
              <a:buNone/>
              <a:defRPr sz="2285"/>
            </a:lvl8pPr>
            <a:lvl9pPr marL="4114800" lvl="8" indent="-228600" algn="l">
              <a:lnSpc>
                <a:spcPct val="90000"/>
              </a:lnSpc>
              <a:spcBef>
                <a:spcPts val="1269"/>
              </a:spcBef>
              <a:spcAft>
                <a:spcPts val="0"/>
              </a:spcAft>
              <a:buClr>
                <a:schemeClr val="dk1"/>
              </a:buClr>
              <a:buSzPts val="2285"/>
              <a:buNone/>
              <a:defRPr sz="2285"/>
            </a:lvl9pPr>
          </a:lstStyle>
          <a:p>
            <a:endParaRPr/>
          </a:p>
        </p:txBody>
      </p:sp>
      <p:sp>
        <p:nvSpPr>
          <p:cNvPr id="103" name="Google Shape;103;p21"/>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04" name="Google Shape;104;p21"/>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05" name="Google Shape;105;p21"/>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472938" y="1008000"/>
            <a:ext cx="6897300" cy="3528300"/>
          </a:xfrm>
          <a:prstGeom prst="rect">
            <a:avLst/>
          </a:prstGeom>
          <a:noFill/>
          <a:ln>
            <a:noFill/>
          </a:ln>
        </p:spPr>
        <p:txBody>
          <a:bodyPr spcFirstLastPara="1" wrap="square" lIns="151575" tIns="75800" rIns="151575" bIns="75800" anchor="b" anchorCtr="0">
            <a:normAutofit/>
          </a:bodyPr>
          <a:lstStyle>
            <a:lvl1pPr lvl="0" algn="l">
              <a:lnSpc>
                <a:spcPct val="90000"/>
              </a:lnSpc>
              <a:spcBef>
                <a:spcPts val="0"/>
              </a:spcBef>
              <a:spcAft>
                <a:spcPts val="0"/>
              </a:spcAft>
              <a:buClr>
                <a:schemeClr val="dk1"/>
              </a:buClr>
              <a:buSzPts val="7363"/>
              <a:buFont typeface="Calibri"/>
              <a:buNone/>
              <a:defRPr sz="7362"/>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108" name="Google Shape;108;p22"/>
          <p:cNvSpPr>
            <a:spLocks noGrp="1"/>
          </p:cNvSpPr>
          <p:nvPr>
            <p:ph type="pic" idx="2"/>
          </p:nvPr>
        </p:nvSpPr>
        <p:spPr>
          <a:xfrm>
            <a:off x="9090985" y="2177006"/>
            <a:ext cx="8610300" cy="8547300"/>
          </a:xfrm>
          <a:prstGeom prst="rect">
            <a:avLst/>
          </a:prstGeom>
          <a:noFill/>
          <a:ln>
            <a:noFill/>
          </a:ln>
        </p:spPr>
      </p:sp>
      <p:sp>
        <p:nvSpPr>
          <p:cNvPr id="109" name="Google Shape;109;p22"/>
          <p:cNvSpPr txBox="1">
            <a:spLocks noGrp="1"/>
          </p:cNvSpPr>
          <p:nvPr>
            <p:ph type="body" idx="1"/>
          </p:nvPr>
        </p:nvSpPr>
        <p:spPr>
          <a:xfrm>
            <a:off x="1472938" y="4536000"/>
            <a:ext cx="6897300" cy="8403300"/>
          </a:xfrm>
          <a:prstGeom prst="rect">
            <a:avLst/>
          </a:prstGeom>
          <a:noFill/>
          <a:ln>
            <a:noFill/>
          </a:ln>
        </p:spPr>
        <p:txBody>
          <a:bodyPr spcFirstLastPara="1" wrap="square" lIns="151575" tIns="75800" rIns="151575" bIns="75800" anchor="t" anchorCtr="0">
            <a:normAutofit/>
          </a:bodyPr>
          <a:lstStyle>
            <a:lvl1pPr marL="457200" lvl="0" indent="-228600" algn="l">
              <a:lnSpc>
                <a:spcPct val="90000"/>
              </a:lnSpc>
              <a:spcBef>
                <a:spcPts val="2285"/>
              </a:spcBef>
              <a:spcAft>
                <a:spcPts val="0"/>
              </a:spcAft>
              <a:buClr>
                <a:schemeClr val="dk1"/>
              </a:buClr>
              <a:buSzPts val="3808"/>
              <a:buNone/>
              <a:defRPr sz="3808"/>
            </a:lvl1pPr>
            <a:lvl2pPr marL="914400" lvl="1" indent="-228600" algn="l">
              <a:lnSpc>
                <a:spcPct val="90000"/>
              </a:lnSpc>
              <a:spcBef>
                <a:spcPts val="1269"/>
              </a:spcBef>
              <a:spcAft>
                <a:spcPts val="0"/>
              </a:spcAft>
              <a:buClr>
                <a:schemeClr val="dk1"/>
              </a:buClr>
              <a:buSzPts val="3301"/>
              <a:buNone/>
              <a:defRPr sz="3300"/>
            </a:lvl2pPr>
            <a:lvl3pPr marL="1371600" lvl="2" indent="-228600" algn="l">
              <a:lnSpc>
                <a:spcPct val="90000"/>
              </a:lnSpc>
              <a:spcBef>
                <a:spcPts val="1269"/>
              </a:spcBef>
              <a:spcAft>
                <a:spcPts val="0"/>
              </a:spcAft>
              <a:buClr>
                <a:schemeClr val="dk1"/>
              </a:buClr>
              <a:buSzPts val="2793"/>
              <a:buNone/>
              <a:defRPr sz="2792"/>
            </a:lvl3pPr>
            <a:lvl4pPr marL="1828800" lvl="3" indent="-228600" algn="l">
              <a:lnSpc>
                <a:spcPct val="90000"/>
              </a:lnSpc>
              <a:spcBef>
                <a:spcPts val="1269"/>
              </a:spcBef>
              <a:spcAft>
                <a:spcPts val="0"/>
              </a:spcAft>
              <a:buClr>
                <a:schemeClr val="dk1"/>
              </a:buClr>
              <a:buSzPts val="2285"/>
              <a:buNone/>
              <a:defRPr sz="2285"/>
            </a:lvl4pPr>
            <a:lvl5pPr marL="2286000" lvl="4" indent="-228600" algn="l">
              <a:lnSpc>
                <a:spcPct val="90000"/>
              </a:lnSpc>
              <a:spcBef>
                <a:spcPts val="1269"/>
              </a:spcBef>
              <a:spcAft>
                <a:spcPts val="0"/>
              </a:spcAft>
              <a:buClr>
                <a:schemeClr val="dk1"/>
              </a:buClr>
              <a:buSzPts val="2285"/>
              <a:buNone/>
              <a:defRPr sz="2285"/>
            </a:lvl5pPr>
            <a:lvl6pPr marL="2743200" lvl="5" indent="-228600" algn="l">
              <a:lnSpc>
                <a:spcPct val="90000"/>
              </a:lnSpc>
              <a:spcBef>
                <a:spcPts val="1269"/>
              </a:spcBef>
              <a:spcAft>
                <a:spcPts val="0"/>
              </a:spcAft>
              <a:buClr>
                <a:schemeClr val="dk1"/>
              </a:buClr>
              <a:buSzPts val="2285"/>
              <a:buNone/>
              <a:defRPr sz="2285"/>
            </a:lvl6pPr>
            <a:lvl7pPr marL="3200400" lvl="6" indent="-228600" algn="l">
              <a:lnSpc>
                <a:spcPct val="90000"/>
              </a:lnSpc>
              <a:spcBef>
                <a:spcPts val="1269"/>
              </a:spcBef>
              <a:spcAft>
                <a:spcPts val="0"/>
              </a:spcAft>
              <a:buClr>
                <a:schemeClr val="dk1"/>
              </a:buClr>
              <a:buSzPts val="2285"/>
              <a:buNone/>
              <a:defRPr sz="2285"/>
            </a:lvl7pPr>
            <a:lvl8pPr marL="3657600" lvl="7" indent="-228600" algn="l">
              <a:lnSpc>
                <a:spcPct val="90000"/>
              </a:lnSpc>
              <a:spcBef>
                <a:spcPts val="1269"/>
              </a:spcBef>
              <a:spcAft>
                <a:spcPts val="0"/>
              </a:spcAft>
              <a:buClr>
                <a:schemeClr val="dk1"/>
              </a:buClr>
              <a:buSzPts val="2285"/>
              <a:buNone/>
              <a:defRPr sz="2285"/>
            </a:lvl8pPr>
            <a:lvl9pPr marL="4114800" lvl="8" indent="-228600" algn="l">
              <a:lnSpc>
                <a:spcPct val="90000"/>
              </a:lnSpc>
              <a:spcBef>
                <a:spcPts val="1269"/>
              </a:spcBef>
              <a:spcAft>
                <a:spcPts val="0"/>
              </a:spcAft>
              <a:buClr>
                <a:schemeClr val="dk1"/>
              </a:buClr>
              <a:buSzPts val="2285"/>
              <a:buNone/>
              <a:defRPr sz="2285"/>
            </a:lvl9pPr>
          </a:lstStyle>
          <a:p>
            <a:endParaRPr/>
          </a:p>
        </p:txBody>
      </p:sp>
      <p:sp>
        <p:nvSpPr>
          <p:cNvPr id="110" name="Google Shape;110;p22"/>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11" name="Google Shape;111;p22"/>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12" name="Google Shape;112;p22"/>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1470150" y="805003"/>
            <a:ext cx="18444600" cy="29226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115" name="Google Shape;115;p23"/>
          <p:cNvSpPr txBox="1">
            <a:spLocks noGrp="1"/>
          </p:cNvSpPr>
          <p:nvPr>
            <p:ph type="body" idx="1"/>
          </p:nvPr>
        </p:nvSpPr>
        <p:spPr>
          <a:xfrm rot="5400000">
            <a:off x="5895300" y="-400148"/>
            <a:ext cx="9593400" cy="184437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116" name="Google Shape;116;p23"/>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17" name="Google Shape;117;p23"/>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18" name="Google Shape;118;p23"/>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1202003" y="4906153"/>
            <a:ext cx="12813000" cy="4610700"/>
          </a:xfrm>
          <a:prstGeom prst="rect">
            <a:avLst/>
          </a:prstGeom>
          <a:noFill/>
          <a:ln>
            <a:noFill/>
          </a:ln>
        </p:spPr>
        <p:txBody>
          <a:bodyPr spcFirstLastPara="1" wrap="square" lIns="151575" tIns="75800" rIns="151575" bIns="75800" anchor="ctr" anchorCtr="0">
            <a:normAutofit/>
          </a:bodyPr>
          <a:lstStyle>
            <a:lvl1pPr lvl="0" algn="l">
              <a:lnSpc>
                <a:spcPct val="90000"/>
              </a:lnSpc>
              <a:spcBef>
                <a:spcPts val="0"/>
              </a:spcBef>
              <a:spcAft>
                <a:spcPts val="0"/>
              </a:spcAft>
              <a:buClr>
                <a:schemeClr val="dk1"/>
              </a:buClr>
              <a:buSzPts val="3047"/>
              <a:buNone/>
              <a:defRPr sz="10155"/>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121" name="Google Shape;121;p24"/>
          <p:cNvSpPr txBox="1">
            <a:spLocks noGrp="1"/>
          </p:cNvSpPr>
          <p:nvPr>
            <p:ph type="body" idx="1"/>
          </p:nvPr>
        </p:nvSpPr>
        <p:spPr>
          <a:xfrm rot="5400000">
            <a:off x="1846728" y="429103"/>
            <a:ext cx="12813000" cy="13564800"/>
          </a:xfrm>
          <a:prstGeom prst="rect">
            <a:avLst/>
          </a:prstGeom>
          <a:noFill/>
          <a:ln>
            <a:noFill/>
          </a:ln>
        </p:spPr>
        <p:txBody>
          <a:bodyPr spcFirstLastPara="1" wrap="square" lIns="151575" tIns="75800" rIns="151575" bIns="75800" anchor="t" anchorCtr="0">
            <a:normAutofit/>
          </a:bodyPr>
          <a:lstStyle>
            <a:lvl1pPr marL="457200" lvl="0" indent="-422067" algn="l">
              <a:lnSpc>
                <a:spcPct val="90000"/>
              </a:lnSpc>
              <a:spcBef>
                <a:spcPts val="2285"/>
              </a:spcBef>
              <a:spcAft>
                <a:spcPts val="0"/>
              </a:spcAft>
              <a:buClr>
                <a:schemeClr val="dk1"/>
              </a:buClr>
              <a:buSzPts val="3047"/>
              <a:buChar char="•"/>
              <a:defRPr sz="6601"/>
            </a:lvl1pPr>
            <a:lvl2pPr marL="914400" lvl="1" indent="-422067" algn="l">
              <a:lnSpc>
                <a:spcPct val="90000"/>
              </a:lnSpc>
              <a:spcBef>
                <a:spcPts val="1269"/>
              </a:spcBef>
              <a:spcAft>
                <a:spcPts val="0"/>
              </a:spcAft>
              <a:buClr>
                <a:schemeClr val="dk1"/>
              </a:buClr>
              <a:buSzPts val="3047"/>
              <a:buChar char="•"/>
              <a:defRPr sz="5585"/>
            </a:lvl2pPr>
            <a:lvl3pPr marL="1371600" lvl="2" indent="-422067" algn="l">
              <a:lnSpc>
                <a:spcPct val="90000"/>
              </a:lnSpc>
              <a:spcBef>
                <a:spcPts val="1269"/>
              </a:spcBef>
              <a:spcAft>
                <a:spcPts val="0"/>
              </a:spcAft>
              <a:buClr>
                <a:schemeClr val="dk1"/>
              </a:buClr>
              <a:buSzPts val="3047"/>
              <a:buChar char="•"/>
              <a:defRPr sz="4570"/>
            </a:lvl3pPr>
            <a:lvl4pPr marL="1828800" lvl="3" indent="-422067" algn="l">
              <a:lnSpc>
                <a:spcPct val="90000"/>
              </a:lnSpc>
              <a:spcBef>
                <a:spcPts val="1269"/>
              </a:spcBef>
              <a:spcAft>
                <a:spcPts val="0"/>
              </a:spcAft>
              <a:buClr>
                <a:schemeClr val="dk1"/>
              </a:buClr>
              <a:buSzPts val="3047"/>
              <a:buChar char="•"/>
              <a:defRPr sz="4062"/>
            </a:lvl4pPr>
            <a:lvl5pPr marL="2286000" lvl="4" indent="-422067" algn="l">
              <a:lnSpc>
                <a:spcPct val="90000"/>
              </a:lnSpc>
              <a:spcBef>
                <a:spcPts val="1269"/>
              </a:spcBef>
              <a:spcAft>
                <a:spcPts val="0"/>
              </a:spcAft>
              <a:buClr>
                <a:schemeClr val="dk1"/>
              </a:buClr>
              <a:buSzPts val="3047"/>
              <a:buChar char="•"/>
              <a:defRPr sz="4062"/>
            </a:lvl5pPr>
            <a:lvl6pPr marL="2743200" lvl="5" indent="-422067" algn="l">
              <a:lnSpc>
                <a:spcPct val="90000"/>
              </a:lnSpc>
              <a:spcBef>
                <a:spcPts val="1269"/>
              </a:spcBef>
              <a:spcAft>
                <a:spcPts val="0"/>
              </a:spcAft>
              <a:buClr>
                <a:schemeClr val="dk1"/>
              </a:buClr>
              <a:buSzPts val="3047"/>
              <a:buChar char="•"/>
              <a:defRPr sz="4062"/>
            </a:lvl6pPr>
            <a:lvl7pPr marL="3200400" lvl="6" indent="-422067" algn="l">
              <a:lnSpc>
                <a:spcPct val="90000"/>
              </a:lnSpc>
              <a:spcBef>
                <a:spcPts val="1269"/>
              </a:spcBef>
              <a:spcAft>
                <a:spcPts val="0"/>
              </a:spcAft>
              <a:buClr>
                <a:schemeClr val="dk1"/>
              </a:buClr>
              <a:buSzPts val="3047"/>
              <a:buChar char="•"/>
              <a:defRPr sz="4062"/>
            </a:lvl7pPr>
            <a:lvl8pPr marL="3657600" lvl="7" indent="-422067" algn="l">
              <a:lnSpc>
                <a:spcPct val="90000"/>
              </a:lnSpc>
              <a:spcBef>
                <a:spcPts val="1269"/>
              </a:spcBef>
              <a:spcAft>
                <a:spcPts val="0"/>
              </a:spcAft>
              <a:buClr>
                <a:schemeClr val="dk1"/>
              </a:buClr>
              <a:buSzPts val="3047"/>
              <a:buChar char="•"/>
              <a:defRPr sz="4062"/>
            </a:lvl8pPr>
            <a:lvl9pPr marL="4114800" lvl="8" indent="-422067" algn="l">
              <a:lnSpc>
                <a:spcPct val="90000"/>
              </a:lnSpc>
              <a:spcBef>
                <a:spcPts val="1269"/>
              </a:spcBef>
              <a:spcAft>
                <a:spcPts val="0"/>
              </a:spcAft>
              <a:buClr>
                <a:schemeClr val="dk1"/>
              </a:buClr>
              <a:buSzPts val="3047"/>
              <a:buChar char="•"/>
              <a:defRPr sz="4062"/>
            </a:lvl9pPr>
          </a:lstStyle>
          <a:p>
            <a:endParaRPr/>
          </a:p>
        </p:txBody>
      </p:sp>
      <p:sp>
        <p:nvSpPr>
          <p:cNvPr id="122" name="Google Shape;122;p24"/>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lvl="0" algn="l">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23" name="Google Shape;123;p24"/>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lvl="0" algn="ctr">
              <a:spcBef>
                <a:spcPts val="0"/>
              </a:spcBef>
              <a:spcAft>
                <a:spcPts val="0"/>
              </a:spcAft>
              <a:buSzPts val="2285"/>
              <a:buNone/>
              <a:defRPr sz="2792"/>
            </a:lvl1pPr>
            <a:lvl2pPr lvl="1" algn="l">
              <a:spcBef>
                <a:spcPts val="0"/>
              </a:spcBef>
              <a:spcAft>
                <a:spcPts val="0"/>
              </a:spcAft>
              <a:buSzPts val="2285"/>
              <a:buNone/>
              <a:defRPr sz="3046"/>
            </a:lvl2pPr>
            <a:lvl3pPr lvl="2" algn="l">
              <a:spcBef>
                <a:spcPts val="0"/>
              </a:spcBef>
              <a:spcAft>
                <a:spcPts val="0"/>
              </a:spcAft>
              <a:buSzPts val="2285"/>
              <a:buNone/>
              <a:defRPr sz="3046"/>
            </a:lvl3pPr>
            <a:lvl4pPr lvl="3" algn="l">
              <a:spcBef>
                <a:spcPts val="0"/>
              </a:spcBef>
              <a:spcAft>
                <a:spcPts val="0"/>
              </a:spcAft>
              <a:buSzPts val="2285"/>
              <a:buNone/>
              <a:defRPr sz="3046"/>
            </a:lvl4pPr>
            <a:lvl5pPr lvl="4" algn="l">
              <a:spcBef>
                <a:spcPts val="0"/>
              </a:spcBef>
              <a:spcAft>
                <a:spcPts val="0"/>
              </a:spcAft>
              <a:buSzPts val="2285"/>
              <a:buNone/>
              <a:defRPr sz="3046"/>
            </a:lvl5pPr>
            <a:lvl6pPr lvl="5" algn="l">
              <a:spcBef>
                <a:spcPts val="0"/>
              </a:spcBef>
              <a:spcAft>
                <a:spcPts val="0"/>
              </a:spcAft>
              <a:buSzPts val="2285"/>
              <a:buNone/>
              <a:defRPr sz="3046"/>
            </a:lvl6pPr>
            <a:lvl7pPr lvl="6" algn="l">
              <a:spcBef>
                <a:spcPts val="0"/>
              </a:spcBef>
              <a:spcAft>
                <a:spcPts val="0"/>
              </a:spcAft>
              <a:buSzPts val="2285"/>
              <a:buNone/>
              <a:defRPr sz="3046"/>
            </a:lvl7pPr>
            <a:lvl8pPr lvl="7" algn="l">
              <a:spcBef>
                <a:spcPts val="0"/>
              </a:spcBef>
              <a:spcAft>
                <a:spcPts val="0"/>
              </a:spcAft>
              <a:buSzPts val="2285"/>
              <a:buNone/>
              <a:defRPr sz="3046"/>
            </a:lvl8pPr>
            <a:lvl9pPr lvl="8" algn="l">
              <a:spcBef>
                <a:spcPts val="0"/>
              </a:spcBef>
              <a:spcAft>
                <a:spcPts val="0"/>
              </a:spcAft>
              <a:buSzPts val="2285"/>
              <a:buNone/>
              <a:defRPr sz="3046"/>
            </a:lvl9pPr>
          </a:lstStyle>
          <a:p>
            <a:endParaRPr/>
          </a:p>
        </p:txBody>
      </p:sp>
      <p:sp>
        <p:nvSpPr>
          <p:cNvPr id="124" name="Google Shape;124;p24"/>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lvl="0" indent="0" algn="r">
              <a:spcBef>
                <a:spcPts val="0"/>
              </a:spcBef>
              <a:buNone/>
              <a:defRPr sz="2792"/>
            </a:lvl1pPr>
            <a:lvl2pPr marL="0" lvl="1" indent="0" algn="r">
              <a:spcBef>
                <a:spcPts val="0"/>
              </a:spcBef>
              <a:buNone/>
              <a:defRPr sz="2792"/>
            </a:lvl2pPr>
            <a:lvl3pPr marL="0" lvl="2" indent="0" algn="r">
              <a:spcBef>
                <a:spcPts val="0"/>
              </a:spcBef>
              <a:buNone/>
              <a:defRPr sz="2792"/>
            </a:lvl3pPr>
            <a:lvl4pPr marL="0" lvl="3" indent="0" algn="r">
              <a:spcBef>
                <a:spcPts val="0"/>
              </a:spcBef>
              <a:buNone/>
              <a:defRPr sz="2792"/>
            </a:lvl4pPr>
            <a:lvl5pPr marL="0" lvl="4" indent="0" algn="r">
              <a:spcBef>
                <a:spcPts val="0"/>
              </a:spcBef>
              <a:buNone/>
              <a:defRPr sz="2792"/>
            </a:lvl5pPr>
            <a:lvl6pPr marL="0" lvl="5" indent="0" algn="r">
              <a:spcBef>
                <a:spcPts val="0"/>
              </a:spcBef>
              <a:buNone/>
              <a:defRPr sz="2792"/>
            </a:lvl6pPr>
            <a:lvl7pPr marL="0" lvl="6" indent="0" algn="r">
              <a:spcBef>
                <a:spcPts val="0"/>
              </a:spcBef>
              <a:buNone/>
              <a:defRPr sz="2792"/>
            </a:lvl7pPr>
            <a:lvl8pPr marL="0" lvl="7" indent="0" algn="r">
              <a:spcBef>
                <a:spcPts val="0"/>
              </a:spcBef>
              <a:buNone/>
              <a:defRPr sz="2792"/>
            </a:lvl8pPr>
            <a:lvl9pPr marL="0" lvl="8" indent="0" algn="r">
              <a:spcBef>
                <a:spcPts val="0"/>
              </a:spcBef>
              <a:buNone/>
              <a:defRPr sz="2792"/>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470150" y="805003"/>
            <a:ext cx="18444600" cy="2922600"/>
          </a:xfrm>
          <a:prstGeom prst="rect">
            <a:avLst/>
          </a:prstGeom>
          <a:noFill/>
          <a:ln>
            <a:noFill/>
          </a:ln>
        </p:spPr>
        <p:txBody>
          <a:bodyPr spcFirstLastPara="1" wrap="square" lIns="151575" tIns="75800" rIns="151575" bIns="75800" anchor="ctr" anchorCtr="0">
            <a:normAutofit/>
          </a:bodyPr>
          <a:lstStyle>
            <a:lvl1pPr marR="0" lvl="0" algn="l">
              <a:lnSpc>
                <a:spcPct val="90000"/>
              </a:lnSpc>
              <a:spcBef>
                <a:spcPts val="0"/>
              </a:spcBef>
              <a:spcAft>
                <a:spcPts val="0"/>
              </a:spcAft>
              <a:buClr>
                <a:schemeClr val="dk1"/>
              </a:buClr>
              <a:buSzPts val="10156"/>
              <a:buFont typeface="Calibri"/>
              <a:buNone/>
              <a:defRPr sz="10155" b="0" i="0" u="none" strike="noStrike" cap="none">
                <a:solidFill>
                  <a:schemeClr val="dk1"/>
                </a:solidFill>
                <a:latin typeface="Calibri"/>
                <a:ea typeface="Calibri"/>
                <a:cs typeface="Calibri"/>
                <a:sym typeface="Calibri"/>
              </a:defRPr>
            </a:lvl1pPr>
            <a:lvl2pPr lvl="1">
              <a:spcBef>
                <a:spcPts val="0"/>
              </a:spcBef>
              <a:spcAft>
                <a:spcPts val="0"/>
              </a:spcAft>
              <a:buSzPts val="2285"/>
              <a:buNone/>
              <a:defRPr sz="3046"/>
            </a:lvl2pPr>
            <a:lvl3pPr lvl="2">
              <a:spcBef>
                <a:spcPts val="0"/>
              </a:spcBef>
              <a:spcAft>
                <a:spcPts val="0"/>
              </a:spcAft>
              <a:buSzPts val="2285"/>
              <a:buNone/>
              <a:defRPr sz="3046"/>
            </a:lvl3pPr>
            <a:lvl4pPr lvl="3">
              <a:spcBef>
                <a:spcPts val="0"/>
              </a:spcBef>
              <a:spcAft>
                <a:spcPts val="0"/>
              </a:spcAft>
              <a:buSzPts val="2285"/>
              <a:buNone/>
              <a:defRPr sz="3046"/>
            </a:lvl4pPr>
            <a:lvl5pPr lvl="4">
              <a:spcBef>
                <a:spcPts val="0"/>
              </a:spcBef>
              <a:spcAft>
                <a:spcPts val="0"/>
              </a:spcAft>
              <a:buSzPts val="2285"/>
              <a:buNone/>
              <a:defRPr sz="3046"/>
            </a:lvl5pPr>
            <a:lvl6pPr lvl="5">
              <a:spcBef>
                <a:spcPts val="0"/>
              </a:spcBef>
              <a:spcAft>
                <a:spcPts val="0"/>
              </a:spcAft>
              <a:buSzPts val="2285"/>
              <a:buNone/>
              <a:defRPr sz="3046"/>
            </a:lvl6pPr>
            <a:lvl7pPr lvl="6">
              <a:spcBef>
                <a:spcPts val="0"/>
              </a:spcBef>
              <a:spcAft>
                <a:spcPts val="0"/>
              </a:spcAft>
              <a:buSzPts val="2285"/>
              <a:buNone/>
              <a:defRPr sz="3046"/>
            </a:lvl7pPr>
            <a:lvl8pPr lvl="7">
              <a:spcBef>
                <a:spcPts val="0"/>
              </a:spcBef>
              <a:spcAft>
                <a:spcPts val="0"/>
              </a:spcAft>
              <a:buSzPts val="2285"/>
              <a:buNone/>
              <a:defRPr sz="3046"/>
            </a:lvl8pPr>
            <a:lvl9pPr lvl="8">
              <a:spcBef>
                <a:spcPts val="0"/>
              </a:spcBef>
              <a:spcAft>
                <a:spcPts val="0"/>
              </a:spcAft>
              <a:buSzPts val="2285"/>
              <a:buNone/>
              <a:defRPr sz="3046"/>
            </a:lvl9pPr>
          </a:lstStyle>
          <a:p>
            <a:endParaRPr/>
          </a:p>
        </p:txBody>
      </p:sp>
      <p:sp>
        <p:nvSpPr>
          <p:cNvPr id="52" name="Google Shape;52;p13"/>
          <p:cNvSpPr txBox="1">
            <a:spLocks noGrp="1"/>
          </p:cNvSpPr>
          <p:nvPr>
            <p:ph type="body" idx="1"/>
          </p:nvPr>
        </p:nvSpPr>
        <p:spPr>
          <a:xfrm>
            <a:off x="1470150" y="4025002"/>
            <a:ext cx="18444600" cy="9593400"/>
          </a:xfrm>
          <a:prstGeom prst="rect">
            <a:avLst/>
          </a:prstGeom>
          <a:noFill/>
          <a:ln>
            <a:noFill/>
          </a:ln>
        </p:spPr>
        <p:txBody>
          <a:bodyPr spcFirstLastPara="1" wrap="square" lIns="151575" tIns="75800" rIns="151575" bIns="75800" anchor="t" anchorCtr="0">
            <a:normAutofit/>
          </a:bodyPr>
          <a:lstStyle>
            <a:lvl1pPr marL="457200" marR="0" lvl="0" indent="-647780" algn="l">
              <a:lnSpc>
                <a:spcPct val="90000"/>
              </a:lnSpc>
              <a:spcBef>
                <a:spcPts val="2285"/>
              </a:spcBef>
              <a:spcAft>
                <a:spcPts val="0"/>
              </a:spcAft>
              <a:buClr>
                <a:schemeClr val="dk1"/>
              </a:buClr>
              <a:buSzPts val="6601"/>
              <a:buFont typeface="Arial"/>
              <a:buChar char="•"/>
              <a:defRPr sz="6601" b="0" i="0" u="none" strike="noStrike" cap="none">
                <a:solidFill>
                  <a:schemeClr val="dk1"/>
                </a:solidFill>
                <a:latin typeface="Calibri"/>
                <a:ea typeface="Calibri"/>
                <a:cs typeface="Calibri"/>
                <a:sym typeface="Calibri"/>
              </a:defRPr>
            </a:lvl1pPr>
            <a:lvl2pPr marL="914400" marR="0" lvl="1" indent="-583291" algn="l">
              <a:lnSpc>
                <a:spcPct val="90000"/>
              </a:lnSpc>
              <a:spcBef>
                <a:spcPts val="1269"/>
              </a:spcBef>
              <a:spcAft>
                <a:spcPts val="0"/>
              </a:spcAft>
              <a:buClr>
                <a:schemeClr val="dk1"/>
              </a:buClr>
              <a:buSzPts val="5586"/>
              <a:buFont typeface="Arial"/>
              <a:buChar char="•"/>
              <a:defRPr sz="5585" b="0" i="0" u="none" strike="noStrike" cap="none">
                <a:solidFill>
                  <a:schemeClr val="dk1"/>
                </a:solidFill>
                <a:latin typeface="Calibri"/>
                <a:ea typeface="Calibri"/>
                <a:cs typeface="Calibri"/>
                <a:sym typeface="Calibri"/>
              </a:defRPr>
            </a:lvl2pPr>
            <a:lvl3pPr marL="1371600" marR="0" lvl="2" indent="-518801" algn="l">
              <a:lnSpc>
                <a:spcPct val="90000"/>
              </a:lnSpc>
              <a:spcBef>
                <a:spcPts val="1269"/>
              </a:spcBef>
              <a:spcAft>
                <a:spcPts val="0"/>
              </a:spcAft>
              <a:buClr>
                <a:schemeClr val="dk1"/>
              </a:buClr>
              <a:buSzPts val="4570"/>
              <a:buFont typeface="Arial"/>
              <a:buChar char="•"/>
              <a:defRPr sz="4570" b="0" i="0" u="none" strike="noStrike" cap="none">
                <a:solidFill>
                  <a:schemeClr val="dk1"/>
                </a:solidFill>
                <a:latin typeface="Calibri"/>
                <a:ea typeface="Calibri"/>
                <a:cs typeface="Calibri"/>
                <a:sym typeface="Calibri"/>
              </a:defRPr>
            </a:lvl3pPr>
            <a:lvl4pPr marL="1828800" marR="0" lvl="3"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4pPr>
            <a:lvl5pPr marL="2286000" marR="0" lvl="4"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5pPr>
            <a:lvl6pPr marL="2743200" marR="0" lvl="5"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6pPr>
            <a:lvl7pPr marL="3200400" marR="0" lvl="6"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7pPr>
            <a:lvl8pPr marL="3657600" marR="0" lvl="7"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8pPr>
            <a:lvl9pPr marL="4114800" marR="0" lvl="8" indent="-486556" algn="l">
              <a:lnSpc>
                <a:spcPct val="90000"/>
              </a:lnSpc>
              <a:spcBef>
                <a:spcPts val="1269"/>
              </a:spcBef>
              <a:spcAft>
                <a:spcPts val="0"/>
              </a:spcAft>
              <a:buClr>
                <a:schemeClr val="dk1"/>
              </a:buClr>
              <a:buSzPts val="4062"/>
              <a:buFont typeface="Arial"/>
              <a:buChar char="•"/>
              <a:defRPr sz="4062"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1470150" y="14014006"/>
            <a:ext cx="4811400" cy="805200"/>
          </a:xfrm>
          <a:prstGeom prst="rect">
            <a:avLst/>
          </a:prstGeom>
          <a:noFill/>
          <a:ln>
            <a:noFill/>
          </a:ln>
        </p:spPr>
        <p:txBody>
          <a:bodyPr spcFirstLastPara="1" wrap="square" lIns="151575" tIns="75800" rIns="151575" bIns="75800" anchor="ctr" anchorCtr="0">
            <a:noAutofit/>
          </a:bodyPr>
          <a:lstStyle>
            <a:lvl1pPr marR="0" lvl="0" algn="l">
              <a:spcBef>
                <a:spcPts val="0"/>
              </a:spcBef>
              <a:spcAft>
                <a:spcPts val="0"/>
              </a:spcAft>
              <a:buSzPts val="2285"/>
              <a:buNone/>
              <a:defRPr sz="2792" b="0" i="0" u="none" strike="noStrike" cap="none">
                <a:solidFill>
                  <a:srgbClr val="888888"/>
                </a:solidFill>
                <a:latin typeface="Calibri"/>
                <a:ea typeface="Calibri"/>
                <a:cs typeface="Calibri"/>
                <a:sym typeface="Calibri"/>
              </a:defRPr>
            </a:lvl1pPr>
            <a:lvl2pPr marR="0" lvl="1" algn="l">
              <a:spcBef>
                <a:spcPts val="0"/>
              </a:spcBef>
              <a:spcAft>
                <a:spcPts val="0"/>
              </a:spcAft>
              <a:buSzPts val="2285"/>
              <a:buNone/>
              <a:defRPr sz="3046" b="0" i="0" u="none" strike="noStrike" cap="none">
                <a:solidFill>
                  <a:schemeClr val="dk1"/>
                </a:solidFill>
                <a:latin typeface="Calibri"/>
                <a:ea typeface="Calibri"/>
                <a:cs typeface="Calibri"/>
                <a:sym typeface="Calibri"/>
              </a:defRPr>
            </a:lvl2pPr>
            <a:lvl3pPr marR="0" lvl="2" algn="l">
              <a:spcBef>
                <a:spcPts val="0"/>
              </a:spcBef>
              <a:spcAft>
                <a:spcPts val="0"/>
              </a:spcAft>
              <a:buSzPts val="2285"/>
              <a:buNone/>
              <a:defRPr sz="3046" b="0" i="0" u="none" strike="noStrike" cap="none">
                <a:solidFill>
                  <a:schemeClr val="dk1"/>
                </a:solidFill>
                <a:latin typeface="Calibri"/>
                <a:ea typeface="Calibri"/>
                <a:cs typeface="Calibri"/>
                <a:sym typeface="Calibri"/>
              </a:defRPr>
            </a:lvl3pPr>
            <a:lvl4pPr marR="0" lvl="3" algn="l">
              <a:spcBef>
                <a:spcPts val="0"/>
              </a:spcBef>
              <a:spcAft>
                <a:spcPts val="0"/>
              </a:spcAft>
              <a:buSzPts val="2285"/>
              <a:buNone/>
              <a:defRPr sz="3046" b="0" i="0" u="none" strike="noStrike" cap="none">
                <a:solidFill>
                  <a:schemeClr val="dk1"/>
                </a:solidFill>
                <a:latin typeface="Calibri"/>
                <a:ea typeface="Calibri"/>
                <a:cs typeface="Calibri"/>
                <a:sym typeface="Calibri"/>
              </a:defRPr>
            </a:lvl4pPr>
            <a:lvl5pPr marR="0" lvl="4" algn="l">
              <a:spcBef>
                <a:spcPts val="0"/>
              </a:spcBef>
              <a:spcAft>
                <a:spcPts val="0"/>
              </a:spcAft>
              <a:buSzPts val="2285"/>
              <a:buNone/>
              <a:defRPr sz="3046" b="0" i="0" u="none" strike="noStrike" cap="none">
                <a:solidFill>
                  <a:schemeClr val="dk1"/>
                </a:solidFill>
                <a:latin typeface="Calibri"/>
                <a:ea typeface="Calibri"/>
                <a:cs typeface="Calibri"/>
                <a:sym typeface="Calibri"/>
              </a:defRPr>
            </a:lvl5pPr>
            <a:lvl6pPr marR="0" lvl="5" algn="l">
              <a:spcBef>
                <a:spcPts val="0"/>
              </a:spcBef>
              <a:spcAft>
                <a:spcPts val="0"/>
              </a:spcAft>
              <a:buSzPts val="2285"/>
              <a:buNone/>
              <a:defRPr sz="3046" b="0" i="0" u="none" strike="noStrike" cap="none">
                <a:solidFill>
                  <a:schemeClr val="dk1"/>
                </a:solidFill>
                <a:latin typeface="Calibri"/>
                <a:ea typeface="Calibri"/>
                <a:cs typeface="Calibri"/>
                <a:sym typeface="Calibri"/>
              </a:defRPr>
            </a:lvl6pPr>
            <a:lvl7pPr marR="0" lvl="6" algn="l">
              <a:spcBef>
                <a:spcPts val="0"/>
              </a:spcBef>
              <a:spcAft>
                <a:spcPts val="0"/>
              </a:spcAft>
              <a:buSzPts val="2285"/>
              <a:buNone/>
              <a:defRPr sz="3046" b="0" i="0" u="none" strike="noStrike" cap="none">
                <a:solidFill>
                  <a:schemeClr val="dk1"/>
                </a:solidFill>
                <a:latin typeface="Calibri"/>
                <a:ea typeface="Calibri"/>
                <a:cs typeface="Calibri"/>
                <a:sym typeface="Calibri"/>
              </a:defRPr>
            </a:lvl7pPr>
            <a:lvl8pPr marR="0" lvl="7" algn="l">
              <a:spcBef>
                <a:spcPts val="0"/>
              </a:spcBef>
              <a:spcAft>
                <a:spcPts val="0"/>
              </a:spcAft>
              <a:buSzPts val="2285"/>
              <a:buNone/>
              <a:defRPr sz="3046" b="0" i="0" u="none" strike="noStrike" cap="none">
                <a:solidFill>
                  <a:schemeClr val="dk1"/>
                </a:solidFill>
                <a:latin typeface="Calibri"/>
                <a:ea typeface="Calibri"/>
                <a:cs typeface="Calibri"/>
                <a:sym typeface="Calibri"/>
              </a:defRPr>
            </a:lvl8pPr>
            <a:lvl9pPr marR="0" lvl="8" algn="l">
              <a:spcBef>
                <a:spcPts val="0"/>
              </a:spcBef>
              <a:spcAft>
                <a:spcPts val="0"/>
              </a:spcAft>
              <a:buSzPts val="2285"/>
              <a:buNone/>
              <a:defRPr sz="3046"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7083450" y="14014006"/>
            <a:ext cx="7217100" cy="805200"/>
          </a:xfrm>
          <a:prstGeom prst="rect">
            <a:avLst/>
          </a:prstGeom>
          <a:noFill/>
          <a:ln>
            <a:noFill/>
          </a:ln>
        </p:spPr>
        <p:txBody>
          <a:bodyPr spcFirstLastPara="1" wrap="square" lIns="151575" tIns="75800" rIns="151575" bIns="75800" anchor="ctr" anchorCtr="0">
            <a:noAutofit/>
          </a:bodyPr>
          <a:lstStyle>
            <a:lvl1pPr marR="0" lvl="0" algn="ctr">
              <a:spcBef>
                <a:spcPts val="0"/>
              </a:spcBef>
              <a:spcAft>
                <a:spcPts val="0"/>
              </a:spcAft>
              <a:buSzPts val="2285"/>
              <a:buNone/>
              <a:defRPr sz="2792" b="0" i="0" u="none" strike="noStrike" cap="none">
                <a:solidFill>
                  <a:srgbClr val="888888"/>
                </a:solidFill>
                <a:latin typeface="Calibri"/>
                <a:ea typeface="Calibri"/>
                <a:cs typeface="Calibri"/>
                <a:sym typeface="Calibri"/>
              </a:defRPr>
            </a:lvl1pPr>
            <a:lvl2pPr marR="0" lvl="1" algn="l">
              <a:spcBef>
                <a:spcPts val="0"/>
              </a:spcBef>
              <a:spcAft>
                <a:spcPts val="0"/>
              </a:spcAft>
              <a:buSzPts val="2285"/>
              <a:buNone/>
              <a:defRPr sz="3046" b="0" i="0" u="none" strike="noStrike" cap="none">
                <a:solidFill>
                  <a:schemeClr val="dk1"/>
                </a:solidFill>
                <a:latin typeface="Calibri"/>
                <a:ea typeface="Calibri"/>
                <a:cs typeface="Calibri"/>
                <a:sym typeface="Calibri"/>
              </a:defRPr>
            </a:lvl2pPr>
            <a:lvl3pPr marR="0" lvl="2" algn="l">
              <a:spcBef>
                <a:spcPts val="0"/>
              </a:spcBef>
              <a:spcAft>
                <a:spcPts val="0"/>
              </a:spcAft>
              <a:buSzPts val="2285"/>
              <a:buNone/>
              <a:defRPr sz="3046" b="0" i="0" u="none" strike="noStrike" cap="none">
                <a:solidFill>
                  <a:schemeClr val="dk1"/>
                </a:solidFill>
                <a:latin typeface="Calibri"/>
                <a:ea typeface="Calibri"/>
                <a:cs typeface="Calibri"/>
                <a:sym typeface="Calibri"/>
              </a:defRPr>
            </a:lvl3pPr>
            <a:lvl4pPr marR="0" lvl="3" algn="l">
              <a:spcBef>
                <a:spcPts val="0"/>
              </a:spcBef>
              <a:spcAft>
                <a:spcPts val="0"/>
              </a:spcAft>
              <a:buSzPts val="2285"/>
              <a:buNone/>
              <a:defRPr sz="3046" b="0" i="0" u="none" strike="noStrike" cap="none">
                <a:solidFill>
                  <a:schemeClr val="dk1"/>
                </a:solidFill>
                <a:latin typeface="Calibri"/>
                <a:ea typeface="Calibri"/>
                <a:cs typeface="Calibri"/>
                <a:sym typeface="Calibri"/>
              </a:defRPr>
            </a:lvl4pPr>
            <a:lvl5pPr marR="0" lvl="4" algn="l">
              <a:spcBef>
                <a:spcPts val="0"/>
              </a:spcBef>
              <a:spcAft>
                <a:spcPts val="0"/>
              </a:spcAft>
              <a:buSzPts val="2285"/>
              <a:buNone/>
              <a:defRPr sz="3046" b="0" i="0" u="none" strike="noStrike" cap="none">
                <a:solidFill>
                  <a:schemeClr val="dk1"/>
                </a:solidFill>
                <a:latin typeface="Calibri"/>
                <a:ea typeface="Calibri"/>
                <a:cs typeface="Calibri"/>
                <a:sym typeface="Calibri"/>
              </a:defRPr>
            </a:lvl5pPr>
            <a:lvl6pPr marR="0" lvl="5" algn="l">
              <a:spcBef>
                <a:spcPts val="0"/>
              </a:spcBef>
              <a:spcAft>
                <a:spcPts val="0"/>
              </a:spcAft>
              <a:buSzPts val="2285"/>
              <a:buNone/>
              <a:defRPr sz="3046" b="0" i="0" u="none" strike="noStrike" cap="none">
                <a:solidFill>
                  <a:schemeClr val="dk1"/>
                </a:solidFill>
                <a:latin typeface="Calibri"/>
                <a:ea typeface="Calibri"/>
                <a:cs typeface="Calibri"/>
                <a:sym typeface="Calibri"/>
              </a:defRPr>
            </a:lvl6pPr>
            <a:lvl7pPr marR="0" lvl="6" algn="l">
              <a:spcBef>
                <a:spcPts val="0"/>
              </a:spcBef>
              <a:spcAft>
                <a:spcPts val="0"/>
              </a:spcAft>
              <a:buSzPts val="2285"/>
              <a:buNone/>
              <a:defRPr sz="3046" b="0" i="0" u="none" strike="noStrike" cap="none">
                <a:solidFill>
                  <a:schemeClr val="dk1"/>
                </a:solidFill>
                <a:latin typeface="Calibri"/>
                <a:ea typeface="Calibri"/>
                <a:cs typeface="Calibri"/>
                <a:sym typeface="Calibri"/>
              </a:defRPr>
            </a:lvl7pPr>
            <a:lvl8pPr marR="0" lvl="7" algn="l">
              <a:spcBef>
                <a:spcPts val="0"/>
              </a:spcBef>
              <a:spcAft>
                <a:spcPts val="0"/>
              </a:spcAft>
              <a:buSzPts val="2285"/>
              <a:buNone/>
              <a:defRPr sz="3046" b="0" i="0" u="none" strike="noStrike" cap="none">
                <a:solidFill>
                  <a:schemeClr val="dk1"/>
                </a:solidFill>
                <a:latin typeface="Calibri"/>
                <a:ea typeface="Calibri"/>
                <a:cs typeface="Calibri"/>
                <a:sym typeface="Calibri"/>
              </a:defRPr>
            </a:lvl8pPr>
            <a:lvl9pPr marR="0" lvl="8" algn="l">
              <a:spcBef>
                <a:spcPts val="0"/>
              </a:spcBef>
              <a:spcAft>
                <a:spcPts val="0"/>
              </a:spcAft>
              <a:buSzPts val="2285"/>
              <a:buNone/>
              <a:defRPr sz="3046"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15102450" y="14014006"/>
            <a:ext cx="4811400" cy="805200"/>
          </a:xfrm>
          <a:prstGeom prst="rect">
            <a:avLst/>
          </a:prstGeom>
          <a:noFill/>
          <a:ln>
            <a:noFill/>
          </a:ln>
        </p:spPr>
        <p:txBody>
          <a:bodyPr spcFirstLastPara="1" wrap="square" lIns="151575" tIns="75800" rIns="151575" bIns="75800" anchor="ctr" anchorCtr="0">
            <a:noAutofit/>
          </a:bodyPr>
          <a:lstStyle>
            <a:lvl1pPr marL="0" marR="0" lvl="0" indent="0" algn="r">
              <a:spcBef>
                <a:spcPts val="0"/>
              </a:spcBef>
              <a:buNone/>
              <a:defRPr sz="2792" b="0" i="0" u="none" strike="noStrike" cap="none">
                <a:solidFill>
                  <a:srgbClr val="888888"/>
                </a:solidFill>
                <a:latin typeface="Calibri"/>
                <a:ea typeface="Calibri"/>
                <a:cs typeface="Calibri"/>
                <a:sym typeface="Calibri"/>
              </a:defRPr>
            </a:lvl1pPr>
            <a:lvl2pPr marL="0" marR="0" lvl="1" indent="0" algn="r">
              <a:spcBef>
                <a:spcPts val="0"/>
              </a:spcBef>
              <a:buNone/>
              <a:defRPr sz="2792" b="0" i="0" u="none" strike="noStrike" cap="none">
                <a:solidFill>
                  <a:srgbClr val="888888"/>
                </a:solidFill>
                <a:latin typeface="Calibri"/>
                <a:ea typeface="Calibri"/>
                <a:cs typeface="Calibri"/>
                <a:sym typeface="Calibri"/>
              </a:defRPr>
            </a:lvl2pPr>
            <a:lvl3pPr marL="0" marR="0" lvl="2" indent="0" algn="r">
              <a:spcBef>
                <a:spcPts val="0"/>
              </a:spcBef>
              <a:buNone/>
              <a:defRPr sz="2792" b="0" i="0" u="none" strike="noStrike" cap="none">
                <a:solidFill>
                  <a:srgbClr val="888888"/>
                </a:solidFill>
                <a:latin typeface="Calibri"/>
                <a:ea typeface="Calibri"/>
                <a:cs typeface="Calibri"/>
                <a:sym typeface="Calibri"/>
              </a:defRPr>
            </a:lvl3pPr>
            <a:lvl4pPr marL="0" marR="0" lvl="3" indent="0" algn="r">
              <a:spcBef>
                <a:spcPts val="0"/>
              </a:spcBef>
              <a:buNone/>
              <a:defRPr sz="2792" b="0" i="0" u="none" strike="noStrike" cap="none">
                <a:solidFill>
                  <a:srgbClr val="888888"/>
                </a:solidFill>
                <a:latin typeface="Calibri"/>
                <a:ea typeface="Calibri"/>
                <a:cs typeface="Calibri"/>
                <a:sym typeface="Calibri"/>
              </a:defRPr>
            </a:lvl4pPr>
            <a:lvl5pPr marL="0" marR="0" lvl="4" indent="0" algn="r">
              <a:spcBef>
                <a:spcPts val="0"/>
              </a:spcBef>
              <a:buNone/>
              <a:defRPr sz="2792" b="0" i="0" u="none" strike="noStrike" cap="none">
                <a:solidFill>
                  <a:srgbClr val="888888"/>
                </a:solidFill>
                <a:latin typeface="Calibri"/>
                <a:ea typeface="Calibri"/>
                <a:cs typeface="Calibri"/>
                <a:sym typeface="Calibri"/>
              </a:defRPr>
            </a:lvl5pPr>
            <a:lvl6pPr marL="0" marR="0" lvl="5" indent="0" algn="r">
              <a:spcBef>
                <a:spcPts val="0"/>
              </a:spcBef>
              <a:buNone/>
              <a:defRPr sz="2792" b="0" i="0" u="none" strike="noStrike" cap="none">
                <a:solidFill>
                  <a:srgbClr val="888888"/>
                </a:solidFill>
                <a:latin typeface="Calibri"/>
                <a:ea typeface="Calibri"/>
                <a:cs typeface="Calibri"/>
                <a:sym typeface="Calibri"/>
              </a:defRPr>
            </a:lvl6pPr>
            <a:lvl7pPr marL="0" marR="0" lvl="6" indent="0" algn="r">
              <a:spcBef>
                <a:spcPts val="0"/>
              </a:spcBef>
              <a:buNone/>
              <a:defRPr sz="2792" b="0" i="0" u="none" strike="noStrike" cap="none">
                <a:solidFill>
                  <a:srgbClr val="888888"/>
                </a:solidFill>
                <a:latin typeface="Calibri"/>
                <a:ea typeface="Calibri"/>
                <a:cs typeface="Calibri"/>
                <a:sym typeface="Calibri"/>
              </a:defRPr>
            </a:lvl7pPr>
            <a:lvl8pPr marL="0" marR="0" lvl="7" indent="0" algn="r">
              <a:spcBef>
                <a:spcPts val="0"/>
              </a:spcBef>
              <a:buNone/>
              <a:defRPr sz="2792" b="0" i="0" u="none" strike="noStrike" cap="none">
                <a:solidFill>
                  <a:srgbClr val="888888"/>
                </a:solidFill>
                <a:latin typeface="Calibri"/>
                <a:ea typeface="Calibri"/>
                <a:cs typeface="Calibri"/>
                <a:sym typeface="Calibri"/>
              </a:defRPr>
            </a:lvl8pPr>
            <a:lvl9pPr marL="0" marR="0" lvl="8" indent="0" algn="r">
              <a:spcBef>
                <a:spcPts val="0"/>
              </a:spcBef>
              <a:buNone/>
              <a:defRPr sz="279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jp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26"/>
          <p:cNvSpPr/>
          <p:nvPr/>
        </p:nvSpPr>
        <p:spPr>
          <a:xfrm>
            <a:off x="0" y="0"/>
            <a:ext cx="21384000" cy="1566599"/>
          </a:xfrm>
          <a:prstGeom prst="rect">
            <a:avLst/>
          </a:prstGeom>
          <a:solidFill>
            <a:schemeClr val="tx1"/>
          </a:solidFill>
          <a:ln w="13475" cap="flat" cmpd="sng">
            <a:solidFill>
              <a:schemeClr val="tx1"/>
            </a:solidFill>
            <a:prstDash val="solid"/>
            <a:round/>
            <a:headEnd type="none" w="sm" len="sm"/>
            <a:tailEnd type="none" w="sm" len="sm"/>
          </a:ln>
        </p:spPr>
        <p:txBody>
          <a:bodyPr spcFirstLastPara="1" wrap="square" lIns="129300" tIns="129300" rIns="129300" bIns="129300" anchor="t" anchorCtr="0">
            <a:noAutofit/>
          </a:bodyPr>
          <a:lstStyle/>
          <a:p>
            <a:pPr marL="0" lvl="0" indent="0" algn="l" rtl="0">
              <a:spcBef>
                <a:spcPts val="0"/>
              </a:spcBef>
              <a:spcAft>
                <a:spcPts val="0"/>
              </a:spcAft>
              <a:buNone/>
            </a:pPr>
            <a:r>
              <a:rPr lang="ja" sz="5939" b="1" dirty="0">
                <a:solidFill>
                  <a:schemeClr val="lt1"/>
                </a:solidFill>
                <a:latin typeface="Meiryo"/>
                <a:ea typeface="Meiryo"/>
                <a:cs typeface="Meiryo"/>
                <a:sym typeface="Meiryo"/>
              </a:rPr>
              <a:t>　Soda_DENGIKEN</a:t>
            </a:r>
            <a:endParaRPr sz="5939" dirty="0">
              <a:latin typeface="Meiryo"/>
              <a:ea typeface="Meiryo"/>
              <a:cs typeface="Meiryo"/>
              <a:sym typeface="Meiryo"/>
            </a:endParaRPr>
          </a:p>
        </p:txBody>
      </p:sp>
      <p:sp>
        <p:nvSpPr>
          <p:cNvPr id="199" name="Google Shape;199;p26"/>
          <p:cNvSpPr txBox="1"/>
          <p:nvPr/>
        </p:nvSpPr>
        <p:spPr>
          <a:xfrm>
            <a:off x="5528425" y="1688250"/>
            <a:ext cx="5163600" cy="176838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3000" b="1" dirty="0">
                <a:solidFill>
                  <a:schemeClr val="dk1"/>
                </a:solidFill>
                <a:latin typeface="Meiryo"/>
                <a:ea typeface="Meiryo"/>
                <a:cs typeface="Meiryo"/>
                <a:sym typeface="Meiryo"/>
              </a:rPr>
              <a:t>メンバー</a:t>
            </a:r>
            <a:endParaRPr sz="3000" b="1" dirty="0">
              <a:solidFill>
                <a:schemeClr val="dk1"/>
              </a:solidFill>
              <a:latin typeface="Meiryo"/>
              <a:ea typeface="Meiryo"/>
              <a:cs typeface="Meiryo"/>
              <a:sym typeface="Meiryo"/>
            </a:endParaRPr>
          </a:p>
          <a:p>
            <a:pPr lvl="0"/>
            <a:r>
              <a:rPr lang="ja" sz="2000" dirty="0">
                <a:solidFill>
                  <a:schemeClr val="dk1"/>
                </a:solidFill>
                <a:latin typeface="Meiryo"/>
                <a:ea typeface="Meiryo"/>
                <a:cs typeface="Meiryo"/>
                <a:sym typeface="Meiryo"/>
              </a:rPr>
              <a:t>中学2年　奥山あさひ：基板</a:t>
            </a:r>
            <a:r>
              <a:rPr lang="ja" altLang="ja-JP" sz="2000" dirty="0">
                <a:solidFill>
                  <a:schemeClr val="dk1"/>
                </a:solidFill>
                <a:latin typeface="Meiryo"/>
                <a:ea typeface="Meiryo"/>
                <a:cs typeface="Meiryo"/>
                <a:sym typeface="Meiryo"/>
              </a:rPr>
              <a:t>設計</a:t>
            </a:r>
            <a:endParaRPr sz="2000" dirty="0">
              <a:solidFill>
                <a:schemeClr val="dk1"/>
              </a:solidFill>
              <a:latin typeface="Meiryo"/>
              <a:ea typeface="Meiryo"/>
              <a:cs typeface="Meiryo"/>
              <a:sym typeface="Meiryo"/>
            </a:endParaRPr>
          </a:p>
          <a:p>
            <a:pPr lvl="0"/>
            <a:r>
              <a:rPr lang="ja" sz="2000" dirty="0">
                <a:solidFill>
                  <a:schemeClr val="dk1"/>
                </a:solidFill>
                <a:latin typeface="Meiryo"/>
                <a:ea typeface="Meiryo"/>
                <a:cs typeface="Meiryo"/>
                <a:sym typeface="Meiryo"/>
              </a:rPr>
              <a:t>中学2年　巽智陽</a:t>
            </a:r>
            <a:r>
              <a:rPr lang="ja-JP" altLang="en-US" sz="2000" dirty="0">
                <a:solidFill>
                  <a:schemeClr val="dk1"/>
                </a:solidFill>
                <a:latin typeface="Meiryo"/>
                <a:ea typeface="Meiryo"/>
                <a:cs typeface="Meiryo"/>
                <a:sym typeface="Meiryo"/>
              </a:rPr>
              <a:t>　　</a:t>
            </a:r>
            <a:r>
              <a:rPr lang="ja" sz="2000" dirty="0">
                <a:solidFill>
                  <a:schemeClr val="dk1"/>
                </a:solidFill>
                <a:latin typeface="Meiryo"/>
                <a:ea typeface="Meiryo"/>
                <a:cs typeface="Meiryo"/>
                <a:sym typeface="Meiryo"/>
              </a:rPr>
              <a:t>：機体</a:t>
            </a:r>
            <a:r>
              <a:rPr lang="ja-JP" altLang="en-US" sz="2000" dirty="0">
                <a:solidFill>
                  <a:schemeClr val="dk1"/>
                </a:solidFill>
                <a:latin typeface="Meiryo"/>
                <a:ea typeface="Meiryo"/>
                <a:cs typeface="Meiryo"/>
                <a:sym typeface="Meiryo"/>
              </a:rPr>
              <a:t>・</a:t>
            </a:r>
            <a:r>
              <a:rPr lang="ja" altLang="ja-JP" sz="2000" dirty="0">
                <a:solidFill>
                  <a:schemeClr val="dk1"/>
                </a:solidFill>
                <a:latin typeface="Meiryo"/>
                <a:ea typeface="Meiryo"/>
                <a:cs typeface="Meiryo"/>
                <a:sym typeface="Meiryo"/>
              </a:rPr>
              <a:t>基板</a:t>
            </a:r>
            <a:r>
              <a:rPr lang="ja" sz="2000" dirty="0">
                <a:solidFill>
                  <a:schemeClr val="dk1"/>
                </a:solidFill>
                <a:latin typeface="Meiryo"/>
                <a:ea typeface="Meiryo"/>
                <a:cs typeface="Meiryo"/>
                <a:sym typeface="Meiryo"/>
              </a:rPr>
              <a:t>設計</a:t>
            </a:r>
            <a:endParaRPr sz="2000" dirty="0">
              <a:solidFill>
                <a:schemeClr val="dk1"/>
              </a:solidFill>
              <a:latin typeface="Meiryo"/>
              <a:ea typeface="Meiryo"/>
              <a:cs typeface="Meiryo"/>
              <a:sym typeface="Meiryo"/>
            </a:endParaRPr>
          </a:p>
          <a:p>
            <a:r>
              <a:rPr lang="ja-JP" altLang="en-US" sz="2000" dirty="0">
                <a:solidFill>
                  <a:schemeClr val="dk1"/>
                </a:solidFill>
                <a:latin typeface="Meiryo"/>
                <a:ea typeface="Meiryo"/>
                <a:cs typeface="Meiryo"/>
                <a:sym typeface="Meiryo"/>
              </a:rPr>
              <a:t>中学</a:t>
            </a:r>
            <a:r>
              <a:rPr lang="en-US" altLang="ja-JP" sz="2000" dirty="0">
                <a:solidFill>
                  <a:schemeClr val="dk1"/>
                </a:solidFill>
                <a:latin typeface="Meiryo"/>
                <a:ea typeface="Meiryo"/>
                <a:cs typeface="Meiryo"/>
                <a:sym typeface="Meiryo"/>
              </a:rPr>
              <a:t>2</a:t>
            </a:r>
            <a:r>
              <a:rPr lang="ja-JP" altLang="en-US" sz="2000" dirty="0">
                <a:solidFill>
                  <a:schemeClr val="dk1"/>
                </a:solidFill>
                <a:latin typeface="Meiryo"/>
                <a:ea typeface="Meiryo"/>
                <a:cs typeface="Meiryo"/>
                <a:sym typeface="Meiryo"/>
              </a:rPr>
              <a:t>年　小久保怜　：プログラム</a:t>
            </a:r>
          </a:p>
          <a:p>
            <a:pPr marL="0" lvl="0" indent="0" algn="l" rtl="0">
              <a:spcBef>
                <a:spcPts val="0"/>
              </a:spcBef>
              <a:spcAft>
                <a:spcPts val="0"/>
              </a:spcAft>
              <a:buNone/>
            </a:pPr>
            <a:r>
              <a:rPr lang="ja" sz="2000" dirty="0">
                <a:solidFill>
                  <a:schemeClr val="dk1"/>
                </a:solidFill>
                <a:latin typeface="Meiryo"/>
                <a:ea typeface="Meiryo"/>
                <a:cs typeface="Meiryo"/>
                <a:sym typeface="Meiryo"/>
              </a:rPr>
              <a:t>中学2年　山口千智</a:t>
            </a:r>
            <a:r>
              <a:rPr lang="ja-JP" altLang="en-US" sz="2000" dirty="0">
                <a:solidFill>
                  <a:schemeClr val="dk1"/>
                </a:solidFill>
                <a:latin typeface="Meiryo"/>
                <a:ea typeface="Meiryo"/>
                <a:cs typeface="Meiryo"/>
                <a:sym typeface="Meiryo"/>
              </a:rPr>
              <a:t>　</a:t>
            </a:r>
            <a:r>
              <a:rPr lang="ja" sz="2000" dirty="0">
                <a:solidFill>
                  <a:schemeClr val="dk1"/>
                </a:solidFill>
                <a:latin typeface="Meiryo"/>
                <a:ea typeface="Meiryo"/>
                <a:cs typeface="Meiryo"/>
                <a:sym typeface="Meiryo"/>
              </a:rPr>
              <a:t>：プログラム</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b="1"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pic>
        <p:nvPicPr>
          <p:cNvPr id="203" name="Google Shape;203;p26"/>
          <p:cNvPicPr preferRelativeResize="0"/>
          <p:nvPr/>
        </p:nvPicPr>
        <p:blipFill>
          <a:blip r:embed="rId3">
            <a:alphaModFix/>
          </a:blip>
          <a:stretch>
            <a:fillRect/>
          </a:stretch>
        </p:blipFill>
        <p:spPr>
          <a:xfrm>
            <a:off x="943575" y="13868204"/>
            <a:ext cx="708879" cy="708900"/>
          </a:xfrm>
          <a:prstGeom prst="rect">
            <a:avLst/>
          </a:prstGeom>
          <a:noFill/>
          <a:ln>
            <a:noFill/>
          </a:ln>
        </p:spPr>
      </p:pic>
      <p:sp>
        <p:nvSpPr>
          <p:cNvPr id="204" name="Google Shape;204;p26"/>
          <p:cNvSpPr txBox="1"/>
          <p:nvPr/>
        </p:nvSpPr>
        <p:spPr>
          <a:xfrm>
            <a:off x="374450" y="14501711"/>
            <a:ext cx="21735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a:solidFill>
                  <a:schemeClr val="dk1"/>
                </a:solidFill>
                <a:latin typeface="Meiryo"/>
                <a:ea typeface="Meiryo"/>
                <a:cs typeface="Meiryo"/>
                <a:sym typeface="Meiryo"/>
              </a:rPr>
              <a:t>Arduino IED</a:t>
            </a:r>
            <a:endParaRPr sz="2200">
              <a:solidFill>
                <a:schemeClr val="dk1"/>
              </a:solidFill>
              <a:latin typeface="Meiryo"/>
              <a:ea typeface="Meiryo"/>
              <a:cs typeface="Meiryo"/>
              <a:sym typeface="Meiryo"/>
            </a:endParaRPr>
          </a:p>
        </p:txBody>
      </p:sp>
      <p:sp>
        <p:nvSpPr>
          <p:cNvPr id="205" name="Google Shape;205;p26"/>
          <p:cNvSpPr txBox="1"/>
          <p:nvPr/>
        </p:nvSpPr>
        <p:spPr>
          <a:xfrm>
            <a:off x="256125" y="11158811"/>
            <a:ext cx="5096700" cy="22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3000" b="1" dirty="0">
                <a:solidFill>
                  <a:schemeClr val="dk1"/>
                </a:solidFill>
                <a:latin typeface="Meiryo"/>
                <a:ea typeface="Meiryo"/>
                <a:cs typeface="Meiryo"/>
                <a:sym typeface="Meiryo"/>
              </a:rPr>
              <a:t>ソフトウェア開発</a:t>
            </a:r>
            <a:endParaRPr sz="3000" b="1"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tx1"/>
                </a:solidFill>
                <a:latin typeface="Meiryo"/>
                <a:ea typeface="Meiryo"/>
                <a:cs typeface="Meiryo"/>
                <a:sym typeface="Meiryo"/>
              </a:rPr>
              <a:t>Arduino IDEを使用してプログラ</a:t>
            </a:r>
            <a:r>
              <a:rPr lang="ja-JP" altLang="en-US" sz="2000" dirty="0">
                <a:solidFill>
                  <a:schemeClr val="tx1"/>
                </a:solidFill>
                <a:latin typeface="Meiryo"/>
                <a:ea typeface="Meiryo"/>
                <a:cs typeface="Meiryo"/>
                <a:sym typeface="Meiryo"/>
              </a:rPr>
              <a:t>ミングを行いました</a:t>
            </a:r>
            <a:r>
              <a:rPr lang="ja" sz="2000" dirty="0">
                <a:solidFill>
                  <a:schemeClr val="tx1"/>
                </a:solidFill>
                <a:latin typeface="Meiryo"/>
                <a:ea typeface="Meiryo"/>
                <a:cs typeface="Meiryo"/>
                <a:sym typeface="Meiryo"/>
              </a:rPr>
              <a:t>。デバッグを繰り返し</a:t>
            </a:r>
            <a:r>
              <a:rPr lang="ja" sz="2000" dirty="0">
                <a:solidFill>
                  <a:schemeClr val="dk1"/>
                </a:solidFill>
                <a:latin typeface="Meiryo"/>
                <a:ea typeface="Meiryo"/>
                <a:cs typeface="Meiryo"/>
                <a:sym typeface="Meiryo"/>
              </a:rPr>
              <a:t>なが</a:t>
            </a:r>
            <a:r>
              <a:rPr lang="ja-JP" altLang="en-US" sz="2000" dirty="0">
                <a:solidFill>
                  <a:schemeClr val="dk1"/>
                </a:solidFill>
                <a:latin typeface="Meiryo"/>
                <a:ea typeface="Meiryo"/>
                <a:cs typeface="Meiryo"/>
                <a:sym typeface="Meiryo"/>
              </a:rPr>
              <a:t>ら</a:t>
            </a:r>
            <a:endParaRPr lang="en-US" altLang="ja-JP" sz="2000" dirty="0">
              <a:solidFill>
                <a:schemeClr val="dk1"/>
              </a:solidFill>
              <a:latin typeface="Meiryo"/>
              <a:ea typeface="Meiryo"/>
              <a:cs typeface="Meiryo"/>
              <a:sym typeface="Meiryo"/>
            </a:endParaRPr>
          </a:p>
          <a:p>
            <a:pPr marL="0" lvl="0" indent="0" algn="l" rtl="0">
              <a:spcBef>
                <a:spcPts val="0"/>
              </a:spcBef>
              <a:spcAft>
                <a:spcPts val="0"/>
              </a:spcAft>
              <a:buNone/>
            </a:pPr>
            <a:r>
              <a:rPr lang="ja-JP" altLang="en-US" sz="2000" dirty="0">
                <a:solidFill>
                  <a:schemeClr val="dk1"/>
                </a:solidFill>
                <a:latin typeface="Meiryo"/>
                <a:ea typeface="Meiryo"/>
                <a:cs typeface="Meiryo"/>
                <a:sym typeface="Meiryo"/>
              </a:rPr>
              <a:t>マイコン</a:t>
            </a:r>
            <a:r>
              <a:rPr lang="ja" sz="2000" dirty="0">
                <a:solidFill>
                  <a:schemeClr val="dk1"/>
                </a:solidFill>
                <a:latin typeface="Meiryo"/>
                <a:ea typeface="Meiryo"/>
                <a:cs typeface="Meiryo"/>
                <a:sym typeface="Meiryo"/>
              </a:rPr>
              <a:t>ボードへ転送しロボットの動作を確認しつつ調整を行いました。</a:t>
            </a:r>
            <a:br>
              <a:rPr lang="ja" sz="2000" dirty="0">
                <a:solidFill>
                  <a:schemeClr val="dk1"/>
                </a:solidFill>
                <a:latin typeface="Meiryo"/>
                <a:ea typeface="Meiryo"/>
                <a:cs typeface="Meiryo"/>
                <a:sym typeface="Meiryo"/>
              </a:rPr>
            </a:br>
            <a:r>
              <a:rPr lang="ja" sz="2000" dirty="0">
                <a:solidFill>
                  <a:schemeClr val="dk1"/>
                </a:solidFill>
                <a:latin typeface="Meiryo"/>
                <a:ea typeface="Meiryo"/>
                <a:cs typeface="Meiryo"/>
                <a:sym typeface="Meiryo"/>
              </a:rPr>
              <a:t>また、AIを活用し、プログラムの改善や</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効率化を図りました。</a:t>
            </a:r>
            <a:endParaRPr sz="2000" dirty="0">
              <a:solidFill>
                <a:schemeClr val="dk1"/>
              </a:solidFill>
              <a:latin typeface="Meiryo"/>
              <a:ea typeface="Meiryo"/>
              <a:cs typeface="Meiryo"/>
              <a:sym typeface="Meiryo"/>
            </a:endParaRPr>
          </a:p>
        </p:txBody>
      </p:sp>
      <p:grpSp>
        <p:nvGrpSpPr>
          <p:cNvPr id="357" name="グループ化 356">
            <a:extLst>
              <a:ext uri="{FF2B5EF4-FFF2-40B4-BE49-F238E27FC236}">
                <a16:creationId xmlns:a16="http://schemas.microsoft.com/office/drawing/2014/main" id="{B7C634BD-349E-CDBF-B75B-26A4456C25B8}"/>
              </a:ext>
            </a:extLst>
          </p:cNvPr>
          <p:cNvGrpSpPr/>
          <p:nvPr/>
        </p:nvGrpSpPr>
        <p:grpSpPr>
          <a:xfrm>
            <a:off x="7995648" y="9249847"/>
            <a:ext cx="2582042" cy="708900"/>
            <a:chOff x="7822023" y="9251188"/>
            <a:chExt cx="2582042" cy="708900"/>
          </a:xfrm>
        </p:grpSpPr>
        <p:pic>
          <p:nvPicPr>
            <p:cNvPr id="201" name="Google Shape;201;p26"/>
            <p:cNvPicPr preferRelativeResize="0"/>
            <p:nvPr/>
          </p:nvPicPr>
          <p:blipFill rotWithShape="1">
            <a:blip r:embed="rId4">
              <a:alphaModFix/>
            </a:blip>
            <a:srcRect l="17828" t="10319" r="8560" b="11974"/>
            <a:stretch/>
          </p:blipFill>
          <p:spPr>
            <a:xfrm>
              <a:off x="7822023" y="9251188"/>
              <a:ext cx="756779" cy="708900"/>
            </a:xfrm>
            <a:prstGeom prst="rect">
              <a:avLst/>
            </a:prstGeom>
            <a:noFill/>
            <a:ln>
              <a:noFill/>
            </a:ln>
          </p:spPr>
        </p:pic>
        <p:sp>
          <p:nvSpPr>
            <p:cNvPr id="202" name="Google Shape;202;p26"/>
            <p:cNvSpPr txBox="1"/>
            <p:nvPr/>
          </p:nvSpPr>
          <p:spPr>
            <a:xfrm>
              <a:off x="8629265" y="9429838"/>
              <a:ext cx="17748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Fusion360</a:t>
              </a:r>
              <a:endParaRPr sz="2200" dirty="0">
                <a:solidFill>
                  <a:schemeClr val="dk1"/>
                </a:solidFill>
                <a:latin typeface="Meiryo"/>
                <a:ea typeface="Meiryo"/>
                <a:cs typeface="Meiryo"/>
                <a:sym typeface="Meiryo"/>
              </a:endParaRPr>
            </a:p>
          </p:txBody>
        </p:sp>
      </p:grpSp>
      <p:grpSp>
        <p:nvGrpSpPr>
          <p:cNvPr id="356" name="グループ化 355">
            <a:extLst>
              <a:ext uri="{FF2B5EF4-FFF2-40B4-BE49-F238E27FC236}">
                <a16:creationId xmlns:a16="http://schemas.microsoft.com/office/drawing/2014/main" id="{CE05A879-BD39-D8F3-BFCC-0DAC69101DF7}"/>
              </a:ext>
            </a:extLst>
          </p:cNvPr>
          <p:cNvGrpSpPr/>
          <p:nvPr/>
        </p:nvGrpSpPr>
        <p:grpSpPr>
          <a:xfrm>
            <a:off x="5691147" y="9249893"/>
            <a:ext cx="1861648" cy="708808"/>
            <a:chOff x="5772172" y="9248506"/>
            <a:chExt cx="1861648" cy="708808"/>
          </a:xfrm>
        </p:grpSpPr>
        <p:pic>
          <p:nvPicPr>
            <p:cNvPr id="207" name="Google Shape;207;p26"/>
            <p:cNvPicPr preferRelativeResize="0"/>
            <p:nvPr/>
          </p:nvPicPr>
          <p:blipFill>
            <a:blip r:embed="rId5">
              <a:alphaModFix/>
            </a:blip>
            <a:stretch>
              <a:fillRect/>
            </a:stretch>
          </p:blipFill>
          <p:spPr>
            <a:xfrm>
              <a:off x="5772172" y="9248506"/>
              <a:ext cx="708875" cy="708808"/>
            </a:xfrm>
            <a:prstGeom prst="rect">
              <a:avLst/>
            </a:prstGeom>
            <a:noFill/>
            <a:ln>
              <a:noFill/>
            </a:ln>
          </p:spPr>
        </p:pic>
        <p:sp>
          <p:nvSpPr>
            <p:cNvPr id="208" name="Google Shape;208;p26"/>
            <p:cNvSpPr txBox="1"/>
            <p:nvPr/>
          </p:nvSpPr>
          <p:spPr>
            <a:xfrm>
              <a:off x="6553520" y="9427110"/>
              <a:ext cx="10803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KiCad</a:t>
              </a:r>
              <a:endParaRPr sz="2200" dirty="0">
                <a:solidFill>
                  <a:schemeClr val="dk1"/>
                </a:solidFill>
                <a:latin typeface="Meiryo"/>
                <a:ea typeface="Meiryo"/>
                <a:cs typeface="Meiryo"/>
                <a:sym typeface="Meiryo"/>
              </a:endParaRPr>
            </a:p>
          </p:txBody>
        </p:sp>
      </p:grpSp>
      <p:sp>
        <p:nvSpPr>
          <p:cNvPr id="209" name="Google Shape;209;p26"/>
          <p:cNvSpPr txBox="1"/>
          <p:nvPr/>
        </p:nvSpPr>
        <p:spPr>
          <a:xfrm>
            <a:off x="5561875" y="3397444"/>
            <a:ext cx="5096700"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3000" b="1" dirty="0">
                <a:solidFill>
                  <a:schemeClr val="dk1"/>
                </a:solidFill>
                <a:latin typeface="Meiryo"/>
                <a:ea typeface="Meiryo"/>
                <a:cs typeface="Meiryo"/>
                <a:sym typeface="Meiryo"/>
              </a:rPr>
              <a:t>チーム内連携</a:t>
            </a:r>
            <a:endParaRPr sz="3000" b="1"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DiscordやLINEを活用して、進捗状況の確認やデータ共有、情報伝達を行いました。</a:t>
            </a:r>
            <a:endParaRPr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別の場所で作業する際も、メンバーの活動状況や進捗を把握できるため、円滑に開発を進めることができました。</a:t>
            </a:r>
            <a:endParaRPr sz="2000" dirty="0">
              <a:solidFill>
                <a:schemeClr val="dk1"/>
              </a:solidFill>
              <a:latin typeface="Meiryo"/>
              <a:ea typeface="Meiryo"/>
              <a:cs typeface="Meiryo"/>
              <a:sym typeface="Meiryo"/>
            </a:endParaRPr>
          </a:p>
        </p:txBody>
      </p:sp>
      <p:grpSp>
        <p:nvGrpSpPr>
          <p:cNvPr id="353" name="グループ化 352">
            <a:extLst>
              <a:ext uri="{FF2B5EF4-FFF2-40B4-BE49-F238E27FC236}">
                <a16:creationId xmlns:a16="http://schemas.microsoft.com/office/drawing/2014/main" id="{CD814101-8740-C27B-05E3-4A6169313047}"/>
              </a:ext>
            </a:extLst>
          </p:cNvPr>
          <p:cNvGrpSpPr/>
          <p:nvPr/>
        </p:nvGrpSpPr>
        <p:grpSpPr>
          <a:xfrm>
            <a:off x="6278520" y="5443401"/>
            <a:ext cx="1921893" cy="815150"/>
            <a:chOff x="8960839" y="5060210"/>
            <a:chExt cx="1921893" cy="815150"/>
          </a:xfrm>
        </p:grpSpPr>
        <p:pic>
          <p:nvPicPr>
            <p:cNvPr id="211" name="Google Shape;211;p26"/>
            <p:cNvPicPr preferRelativeResize="0"/>
            <p:nvPr/>
          </p:nvPicPr>
          <p:blipFill>
            <a:blip r:embed="rId6">
              <a:alphaModFix/>
            </a:blip>
            <a:stretch>
              <a:fillRect/>
            </a:stretch>
          </p:blipFill>
          <p:spPr>
            <a:xfrm>
              <a:off x="8960839" y="5060210"/>
              <a:ext cx="815150" cy="815150"/>
            </a:xfrm>
            <a:prstGeom prst="rect">
              <a:avLst/>
            </a:prstGeom>
            <a:noFill/>
            <a:ln>
              <a:noFill/>
            </a:ln>
          </p:spPr>
        </p:pic>
        <p:sp>
          <p:nvSpPr>
            <p:cNvPr id="212" name="Google Shape;212;p26"/>
            <p:cNvSpPr txBox="1"/>
            <p:nvPr/>
          </p:nvSpPr>
          <p:spPr>
            <a:xfrm>
              <a:off x="9648532" y="5291985"/>
              <a:ext cx="12342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Discord</a:t>
              </a:r>
              <a:endParaRPr sz="2200" dirty="0">
                <a:solidFill>
                  <a:schemeClr val="dk1"/>
                </a:solidFill>
                <a:latin typeface="Meiryo"/>
                <a:ea typeface="Meiryo"/>
                <a:cs typeface="Meiryo"/>
                <a:sym typeface="Meiryo"/>
              </a:endParaRPr>
            </a:p>
          </p:txBody>
        </p:sp>
      </p:grpSp>
      <p:grpSp>
        <p:nvGrpSpPr>
          <p:cNvPr id="354" name="グループ化 353">
            <a:extLst>
              <a:ext uri="{FF2B5EF4-FFF2-40B4-BE49-F238E27FC236}">
                <a16:creationId xmlns:a16="http://schemas.microsoft.com/office/drawing/2014/main" id="{AF62D878-9AF8-0053-7717-984102052579}"/>
              </a:ext>
            </a:extLst>
          </p:cNvPr>
          <p:cNvGrpSpPr/>
          <p:nvPr/>
        </p:nvGrpSpPr>
        <p:grpSpPr>
          <a:xfrm>
            <a:off x="8512649" y="5535814"/>
            <a:ext cx="1662439" cy="630325"/>
            <a:chOff x="9053264" y="5859033"/>
            <a:chExt cx="1662439" cy="630325"/>
          </a:xfrm>
        </p:grpSpPr>
        <p:pic>
          <p:nvPicPr>
            <p:cNvPr id="210" name="Google Shape;210;p26" title="LINE_APP_iOS.png"/>
            <p:cNvPicPr preferRelativeResize="0"/>
            <p:nvPr/>
          </p:nvPicPr>
          <p:blipFill>
            <a:blip r:embed="rId7">
              <a:alphaModFix/>
            </a:blip>
            <a:stretch>
              <a:fillRect/>
            </a:stretch>
          </p:blipFill>
          <p:spPr>
            <a:xfrm>
              <a:off x="9053264" y="5859033"/>
              <a:ext cx="630300" cy="630325"/>
            </a:xfrm>
            <a:prstGeom prst="rect">
              <a:avLst/>
            </a:prstGeom>
            <a:noFill/>
            <a:ln>
              <a:noFill/>
            </a:ln>
          </p:spPr>
        </p:pic>
        <p:sp>
          <p:nvSpPr>
            <p:cNvPr id="213" name="Google Shape;213;p26"/>
            <p:cNvSpPr txBox="1"/>
            <p:nvPr/>
          </p:nvSpPr>
          <p:spPr>
            <a:xfrm>
              <a:off x="9481503" y="5988976"/>
              <a:ext cx="1234200" cy="3704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  LINE</a:t>
              </a:r>
              <a:endParaRPr sz="2200" dirty="0">
                <a:solidFill>
                  <a:schemeClr val="dk1"/>
                </a:solidFill>
                <a:latin typeface="Meiryo"/>
                <a:ea typeface="Meiryo"/>
                <a:cs typeface="Meiryo"/>
                <a:sym typeface="Meiryo"/>
              </a:endParaRPr>
            </a:p>
          </p:txBody>
        </p:sp>
      </p:grpSp>
      <p:grpSp>
        <p:nvGrpSpPr>
          <p:cNvPr id="3" name="グループ化 2">
            <a:extLst>
              <a:ext uri="{FF2B5EF4-FFF2-40B4-BE49-F238E27FC236}">
                <a16:creationId xmlns:a16="http://schemas.microsoft.com/office/drawing/2014/main" id="{D96CD1EE-98B3-7ABE-9E6A-18C1C177CC88}"/>
              </a:ext>
            </a:extLst>
          </p:cNvPr>
          <p:cNvGrpSpPr/>
          <p:nvPr/>
        </p:nvGrpSpPr>
        <p:grpSpPr>
          <a:xfrm>
            <a:off x="11212682" y="2450875"/>
            <a:ext cx="4225019" cy="4947241"/>
            <a:chOff x="11129510" y="1855450"/>
            <a:chExt cx="4225019" cy="4947241"/>
          </a:xfrm>
        </p:grpSpPr>
        <p:grpSp>
          <p:nvGrpSpPr>
            <p:cNvPr id="214" name="Google Shape;214;p26"/>
            <p:cNvGrpSpPr/>
            <p:nvPr/>
          </p:nvGrpSpPr>
          <p:grpSpPr>
            <a:xfrm>
              <a:off x="11162460" y="1855450"/>
              <a:ext cx="4192069" cy="4726076"/>
              <a:chOff x="10946372" y="1706545"/>
              <a:chExt cx="4254180" cy="4796099"/>
            </a:xfrm>
          </p:grpSpPr>
          <p:pic>
            <p:nvPicPr>
              <p:cNvPr id="215" name="Google Shape;215;p26" title="スクリーンショット_2026-01-10_162708-removebg-preview.png"/>
              <p:cNvPicPr preferRelativeResize="0"/>
              <p:nvPr/>
            </p:nvPicPr>
            <p:blipFill>
              <a:blip r:embed="rId8">
                <a:alphaModFix/>
              </a:blip>
              <a:stretch>
                <a:fillRect/>
              </a:stretch>
            </p:blipFill>
            <p:spPr>
              <a:xfrm>
                <a:off x="11609212" y="1706545"/>
                <a:ext cx="2658061" cy="4796099"/>
              </a:xfrm>
              <a:prstGeom prst="rect">
                <a:avLst/>
              </a:prstGeom>
              <a:noFill/>
              <a:ln>
                <a:noFill/>
              </a:ln>
            </p:spPr>
          </p:pic>
          <p:grpSp>
            <p:nvGrpSpPr>
              <p:cNvPr id="216" name="Google Shape;216;p26"/>
              <p:cNvGrpSpPr/>
              <p:nvPr/>
            </p:nvGrpSpPr>
            <p:grpSpPr>
              <a:xfrm>
                <a:off x="10946372" y="2847556"/>
                <a:ext cx="4254180" cy="3628393"/>
                <a:chOff x="10946372" y="2847556"/>
                <a:chExt cx="4254180" cy="3628393"/>
              </a:xfrm>
            </p:grpSpPr>
            <p:cxnSp>
              <p:nvCxnSpPr>
                <p:cNvPr id="217" name="Google Shape;217;p26"/>
                <p:cNvCxnSpPr/>
                <p:nvPr/>
              </p:nvCxnSpPr>
              <p:spPr>
                <a:xfrm flipH="1">
                  <a:off x="11262428" y="6356712"/>
                  <a:ext cx="1493700" cy="110100"/>
                </a:xfrm>
                <a:prstGeom prst="straightConnector1">
                  <a:avLst/>
                </a:prstGeom>
                <a:noFill/>
                <a:ln w="21625" cap="flat" cmpd="sng">
                  <a:solidFill>
                    <a:srgbClr val="0092D7"/>
                  </a:solidFill>
                  <a:prstDash val="solid"/>
                  <a:round/>
                  <a:headEnd type="oval" w="med" len="med"/>
                  <a:tailEnd type="none" w="med" len="med"/>
                </a:ln>
              </p:spPr>
            </p:cxnSp>
            <p:cxnSp>
              <p:nvCxnSpPr>
                <p:cNvPr id="218" name="Google Shape;218;p26"/>
                <p:cNvCxnSpPr/>
                <p:nvPr/>
              </p:nvCxnSpPr>
              <p:spPr>
                <a:xfrm rot="10800000" flipH="1">
                  <a:off x="13331350" y="3081344"/>
                  <a:ext cx="1242316" cy="311042"/>
                </a:xfrm>
                <a:prstGeom prst="straightConnector1">
                  <a:avLst/>
                </a:prstGeom>
                <a:noFill/>
                <a:ln w="21625" cap="flat" cmpd="sng">
                  <a:solidFill>
                    <a:srgbClr val="0092D7"/>
                  </a:solidFill>
                  <a:prstDash val="solid"/>
                  <a:round/>
                  <a:headEnd type="oval" w="med" len="med"/>
                  <a:tailEnd type="none" w="med" len="med"/>
                </a:ln>
              </p:spPr>
            </p:cxnSp>
            <p:cxnSp>
              <p:nvCxnSpPr>
                <p:cNvPr id="219" name="Google Shape;219;p26"/>
                <p:cNvCxnSpPr>
                  <a:cxnSpLocks/>
                </p:cNvCxnSpPr>
                <p:nvPr/>
              </p:nvCxnSpPr>
              <p:spPr>
                <a:xfrm flipV="1">
                  <a:off x="13048828" y="4200847"/>
                  <a:ext cx="986225" cy="281482"/>
                </a:xfrm>
                <a:prstGeom prst="straightConnector1">
                  <a:avLst/>
                </a:prstGeom>
                <a:noFill/>
                <a:ln w="21625" cap="flat" cmpd="sng">
                  <a:solidFill>
                    <a:srgbClr val="0092D7"/>
                  </a:solidFill>
                  <a:prstDash val="solid"/>
                  <a:round/>
                  <a:headEnd type="oval" w="med" len="med"/>
                  <a:tailEnd type="none" w="med" len="med"/>
                </a:ln>
              </p:spPr>
            </p:cxnSp>
            <p:cxnSp>
              <p:nvCxnSpPr>
                <p:cNvPr id="220" name="Google Shape;220;p26"/>
                <p:cNvCxnSpPr/>
                <p:nvPr/>
              </p:nvCxnSpPr>
              <p:spPr>
                <a:xfrm rot="10800000">
                  <a:off x="11292350" y="4462585"/>
                  <a:ext cx="1542900" cy="342300"/>
                </a:xfrm>
                <a:prstGeom prst="straightConnector1">
                  <a:avLst/>
                </a:prstGeom>
                <a:noFill/>
                <a:ln w="21625" cap="flat" cmpd="sng">
                  <a:solidFill>
                    <a:srgbClr val="0092D7"/>
                  </a:solidFill>
                  <a:prstDash val="solid"/>
                  <a:round/>
                  <a:headEnd type="oval" w="med" len="med"/>
                  <a:tailEnd type="none" w="med" len="med"/>
                </a:ln>
              </p:spPr>
            </p:cxnSp>
            <p:cxnSp>
              <p:nvCxnSpPr>
                <p:cNvPr id="221" name="Google Shape;221;p26"/>
                <p:cNvCxnSpPr/>
                <p:nvPr/>
              </p:nvCxnSpPr>
              <p:spPr>
                <a:xfrm rot="10800000" flipH="1">
                  <a:off x="13611686" y="5197333"/>
                  <a:ext cx="1242316" cy="311042"/>
                </a:xfrm>
                <a:prstGeom prst="straightConnector1">
                  <a:avLst/>
                </a:prstGeom>
                <a:noFill/>
                <a:ln w="21625" cap="flat" cmpd="sng">
                  <a:solidFill>
                    <a:srgbClr val="0092D7"/>
                  </a:solidFill>
                  <a:prstDash val="solid"/>
                  <a:round/>
                  <a:headEnd type="oval" w="med" len="med"/>
                  <a:tailEnd type="none" w="med" len="med"/>
                </a:ln>
              </p:spPr>
            </p:cxnSp>
            <p:cxnSp>
              <p:nvCxnSpPr>
                <p:cNvPr id="222" name="Google Shape;222;p26"/>
                <p:cNvCxnSpPr>
                  <a:cxnSpLocks/>
                </p:cNvCxnSpPr>
                <p:nvPr/>
              </p:nvCxnSpPr>
              <p:spPr>
                <a:xfrm>
                  <a:off x="13979979" y="5849218"/>
                  <a:ext cx="864359" cy="400062"/>
                </a:xfrm>
                <a:prstGeom prst="straightConnector1">
                  <a:avLst/>
                </a:prstGeom>
                <a:noFill/>
                <a:ln w="21625" cap="flat" cmpd="sng">
                  <a:solidFill>
                    <a:srgbClr val="0092D7"/>
                  </a:solidFill>
                  <a:prstDash val="solid"/>
                  <a:round/>
                  <a:headEnd type="oval" w="med" len="med"/>
                  <a:tailEnd type="none" w="med" len="med"/>
                </a:ln>
              </p:spPr>
            </p:cxnSp>
            <p:sp>
              <p:nvSpPr>
                <p:cNvPr id="223" name="Google Shape;223;p26"/>
                <p:cNvSpPr txBox="1"/>
                <p:nvPr/>
              </p:nvSpPr>
              <p:spPr>
                <a:xfrm>
                  <a:off x="14506016" y="2847556"/>
                  <a:ext cx="408487" cy="424873"/>
                </a:xfrm>
                <a:prstGeom prst="rect">
                  <a:avLst/>
                </a:prstGeom>
                <a:noFill/>
                <a:ln>
                  <a:noFill/>
                </a:ln>
              </p:spPr>
              <p:txBody>
                <a:bodyPr spcFirstLastPara="1" wrap="square" lIns="72575" tIns="72575" rIns="72575" bIns="72575" anchor="t" anchorCtr="0">
                  <a:noAutofit/>
                </a:bodyPr>
                <a:lstStyle/>
                <a:p>
                  <a:pPr marL="0" lvl="0" indent="0" algn="l" rtl="0">
                    <a:spcBef>
                      <a:spcPts val="0"/>
                    </a:spcBef>
                    <a:spcAft>
                      <a:spcPts val="0"/>
                    </a:spcAft>
                    <a:buNone/>
                  </a:pPr>
                  <a:r>
                    <a:rPr lang="ja" sz="1905" dirty="0">
                      <a:solidFill>
                        <a:srgbClr val="0092D7"/>
                      </a:solidFill>
                      <a:latin typeface="Meiryo"/>
                      <a:ea typeface="Meiryo"/>
                      <a:cs typeface="Meiryo"/>
                      <a:sym typeface="Meiryo"/>
                    </a:rPr>
                    <a:t>①</a:t>
                  </a:r>
                  <a:endParaRPr sz="1905" dirty="0">
                    <a:solidFill>
                      <a:srgbClr val="0092D7"/>
                    </a:solidFill>
                    <a:latin typeface="Meiryo"/>
                    <a:ea typeface="Meiryo"/>
                    <a:cs typeface="Meiryo"/>
                    <a:sym typeface="Meiryo"/>
                  </a:endParaRPr>
                </a:p>
              </p:txBody>
            </p:sp>
            <p:sp>
              <p:nvSpPr>
                <p:cNvPr id="224" name="Google Shape;224;p26"/>
                <p:cNvSpPr txBox="1"/>
                <p:nvPr/>
              </p:nvSpPr>
              <p:spPr>
                <a:xfrm>
                  <a:off x="13979979" y="3960716"/>
                  <a:ext cx="408487" cy="424873"/>
                </a:xfrm>
                <a:prstGeom prst="rect">
                  <a:avLst/>
                </a:prstGeom>
                <a:noFill/>
                <a:ln>
                  <a:noFill/>
                </a:ln>
              </p:spPr>
              <p:txBody>
                <a:bodyPr spcFirstLastPara="1" wrap="square" lIns="72575" tIns="72575" rIns="72575" bIns="72575" anchor="t" anchorCtr="0">
                  <a:noAutofit/>
                </a:bodyPr>
                <a:lstStyle/>
                <a:p>
                  <a:pPr marL="0" lvl="0" indent="0" algn="l" rtl="0">
                    <a:spcBef>
                      <a:spcPts val="0"/>
                    </a:spcBef>
                    <a:spcAft>
                      <a:spcPts val="0"/>
                    </a:spcAft>
                    <a:buNone/>
                  </a:pPr>
                  <a:r>
                    <a:rPr lang="ja" sz="1905" dirty="0">
                      <a:solidFill>
                        <a:srgbClr val="0092D7"/>
                      </a:solidFill>
                      <a:latin typeface="Meiryo"/>
                      <a:ea typeface="Meiryo"/>
                      <a:cs typeface="Meiryo"/>
                      <a:sym typeface="Meiryo"/>
                    </a:rPr>
                    <a:t>②</a:t>
                  </a:r>
                  <a:endParaRPr sz="1905" dirty="0">
                    <a:solidFill>
                      <a:srgbClr val="0092D7"/>
                    </a:solidFill>
                    <a:latin typeface="Meiryo"/>
                    <a:ea typeface="Meiryo"/>
                    <a:cs typeface="Meiryo"/>
                    <a:sym typeface="Meiryo"/>
                  </a:endParaRPr>
                </a:p>
              </p:txBody>
            </p:sp>
            <p:sp>
              <p:nvSpPr>
                <p:cNvPr id="225" name="Google Shape;225;p26"/>
                <p:cNvSpPr txBox="1"/>
                <p:nvPr/>
              </p:nvSpPr>
              <p:spPr>
                <a:xfrm>
                  <a:off x="10946372" y="4230614"/>
                  <a:ext cx="408600" cy="424800"/>
                </a:xfrm>
                <a:prstGeom prst="rect">
                  <a:avLst/>
                </a:prstGeom>
                <a:noFill/>
                <a:ln>
                  <a:noFill/>
                </a:ln>
              </p:spPr>
              <p:txBody>
                <a:bodyPr spcFirstLastPara="1" wrap="square" lIns="72575" tIns="72575" rIns="72575" bIns="72575" anchor="t" anchorCtr="0">
                  <a:noAutofit/>
                </a:bodyPr>
                <a:lstStyle/>
                <a:p>
                  <a:pPr marL="0" lvl="0" indent="0" algn="l" rtl="0">
                    <a:spcBef>
                      <a:spcPts val="0"/>
                    </a:spcBef>
                    <a:spcAft>
                      <a:spcPts val="0"/>
                    </a:spcAft>
                    <a:buNone/>
                  </a:pPr>
                  <a:r>
                    <a:rPr lang="ja" sz="1905" dirty="0">
                      <a:solidFill>
                        <a:srgbClr val="0092D7"/>
                      </a:solidFill>
                      <a:latin typeface="Meiryo"/>
                      <a:ea typeface="Meiryo"/>
                      <a:cs typeface="Meiryo"/>
                      <a:sym typeface="Meiryo"/>
                    </a:rPr>
                    <a:t>③</a:t>
                  </a:r>
                  <a:endParaRPr sz="1905" dirty="0">
                    <a:solidFill>
                      <a:srgbClr val="0092D7"/>
                    </a:solidFill>
                    <a:latin typeface="Meiryo"/>
                    <a:ea typeface="Meiryo"/>
                    <a:cs typeface="Meiryo"/>
                    <a:sym typeface="Meiryo"/>
                  </a:endParaRPr>
                </a:p>
              </p:txBody>
            </p:sp>
            <p:sp>
              <p:nvSpPr>
                <p:cNvPr id="226" name="Google Shape;226;p26"/>
                <p:cNvSpPr txBox="1"/>
                <p:nvPr/>
              </p:nvSpPr>
              <p:spPr>
                <a:xfrm>
                  <a:off x="14792065" y="4946829"/>
                  <a:ext cx="408487" cy="424873"/>
                </a:xfrm>
                <a:prstGeom prst="rect">
                  <a:avLst/>
                </a:prstGeom>
                <a:noFill/>
                <a:ln>
                  <a:noFill/>
                </a:ln>
              </p:spPr>
              <p:txBody>
                <a:bodyPr spcFirstLastPara="1" wrap="square" lIns="72575" tIns="72575" rIns="72575" bIns="72575" anchor="t" anchorCtr="0">
                  <a:noAutofit/>
                </a:bodyPr>
                <a:lstStyle/>
                <a:p>
                  <a:pPr marL="0" lvl="0" indent="0" algn="l" rtl="0">
                    <a:spcBef>
                      <a:spcPts val="0"/>
                    </a:spcBef>
                    <a:spcAft>
                      <a:spcPts val="0"/>
                    </a:spcAft>
                    <a:buNone/>
                  </a:pPr>
                  <a:r>
                    <a:rPr lang="ja" sz="1905" dirty="0">
                      <a:solidFill>
                        <a:srgbClr val="0092D7"/>
                      </a:solidFill>
                      <a:latin typeface="Meiryo"/>
                      <a:ea typeface="Meiryo"/>
                      <a:cs typeface="Meiryo"/>
                      <a:sym typeface="Meiryo"/>
                    </a:rPr>
                    <a:t>④</a:t>
                  </a:r>
                  <a:endParaRPr sz="1905" dirty="0">
                    <a:solidFill>
                      <a:srgbClr val="0092D7"/>
                    </a:solidFill>
                    <a:latin typeface="Meiryo"/>
                    <a:ea typeface="Meiryo"/>
                    <a:cs typeface="Meiryo"/>
                    <a:sym typeface="Meiryo"/>
                  </a:endParaRPr>
                </a:p>
              </p:txBody>
            </p:sp>
            <p:sp>
              <p:nvSpPr>
                <p:cNvPr id="227" name="Google Shape;227;p26"/>
                <p:cNvSpPr txBox="1"/>
                <p:nvPr/>
              </p:nvSpPr>
              <p:spPr>
                <a:xfrm>
                  <a:off x="14789731" y="6051076"/>
                  <a:ext cx="408487" cy="424873"/>
                </a:xfrm>
                <a:prstGeom prst="rect">
                  <a:avLst/>
                </a:prstGeom>
                <a:noFill/>
                <a:ln>
                  <a:noFill/>
                </a:ln>
              </p:spPr>
              <p:txBody>
                <a:bodyPr spcFirstLastPara="1" wrap="square" lIns="72575" tIns="72575" rIns="72575" bIns="72575" anchor="t" anchorCtr="0">
                  <a:noAutofit/>
                </a:bodyPr>
                <a:lstStyle/>
                <a:p>
                  <a:pPr marL="0" lvl="0" indent="0" algn="l" rtl="0">
                    <a:spcBef>
                      <a:spcPts val="0"/>
                    </a:spcBef>
                    <a:spcAft>
                      <a:spcPts val="0"/>
                    </a:spcAft>
                    <a:buNone/>
                  </a:pPr>
                  <a:r>
                    <a:rPr lang="ja-JP" altLang="en-US" sz="1905" dirty="0">
                      <a:solidFill>
                        <a:srgbClr val="0092D7"/>
                      </a:solidFill>
                      <a:latin typeface="Meiryo"/>
                      <a:ea typeface="Meiryo"/>
                      <a:cs typeface="Meiryo"/>
                      <a:sym typeface="Meiryo"/>
                    </a:rPr>
                    <a:t>⑥</a:t>
                  </a:r>
                  <a:endParaRPr lang="en-US" sz="1905" dirty="0">
                    <a:solidFill>
                      <a:srgbClr val="0092D7"/>
                    </a:solidFill>
                    <a:latin typeface="Meiryo"/>
                    <a:ea typeface="Meiryo"/>
                    <a:cs typeface="Meiryo"/>
                    <a:sym typeface="Meiryo"/>
                  </a:endParaRPr>
                </a:p>
              </p:txBody>
            </p:sp>
          </p:grpSp>
        </p:grpSp>
        <p:sp>
          <p:nvSpPr>
            <p:cNvPr id="228" name="Google Shape;228;p26"/>
            <p:cNvSpPr txBox="1"/>
            <p:nvPr/>
          </p:nvSpPr>
          <p:spPr>
            <a:xfrm>
              <a:off x="11129510" y="6377891"/>
              <a:ext cx="408600" cy="424800"/>
            </a:xfrm>
            <a:prstGeom prst="rect">
              <a:avLst/>
            </a:prstGeom>
            <a:noFill/>
            <a:ln>
              <a:noFill/>
            </a:ln>
          </p:spPr>
          <p:txBody>
            <a:bodyPr spcFirstLastPara="1" wrap="square" lIns="73650" tIns="73650" rIns="73650" bIns="73650" anchor="t" anchorCtr="0">
              <a:noAutofit/>
            </a:bodyPr>
            <a:lstStyle/>
            <a:p>
              <a:pPr marL="0" lvl="0" indent="0" algn="l" rtl="0">
                <a:spcBef>
                  <a:spcPts val="0"/>
                </a:spcBef>
                <a:spcAft>
                  <a:spcPts val="0"/>
                </a:spcAft>
                <a:buNone/>
              </a:pPr>
              <a:r>
                <a:rPr lang="ja-JP" altLang="en-US" sz="1933" dirty="0">
                  <a:solidFill>
                    <a:srgbClr val="0092D7"/>
                  </a:solidFill>
                  <a:latin typeface="Meiryo"/>
                  <a:ea typeface="Meiryo"/>
                  <a:cs typeface="Meiryo"/>
                  <a:sym typeface="Meiryo"/>
                </a:rPr>
                <a:t>⑤</a:t>
              </a:r>
              <a:endParaRPr sz="1933" dirty="0">
                <a:solidFill>
                  <a:srgbClr val="0092D7"/>
                </a:solidFill>
                <a:latin typeface="Meiryo"/>
                <a:ea typeface="Meiryo"/>
                <a:cs typeface="Meiryo"/>
                <a:sym typeface="Meiryo"/>
              </a:endParaRPr>
            </a:p>
          </p:txBody>
        </p:sp>
      </p:grpSp>
      <p:grpSp>
        <p:nvGrpSpPr>
          <p:cNvPr id="39" name="グループ化 38">
            <a:extLst>
              <a:ext uri="{FF2B5EF4-FFF2-40B4-BE49-F238E27FC236}">
                <a16:creationId xmlns:a16="http://schemas.microsoft.com/office/drawing/2014/main" id="{9FF728A0-CA1C-8A03-DA7F-2E778AFC450E}"/>
              </a:ext>
            </a:extLst>
          </p:cNvPr>
          <p:cNvGrpSpPr/>
          <p:nvPr/>
        </p:nvGrpSpPr>
        <p:grpSpPr>
          <a:xfrm>
            <a:off x="10856537" y="7398116"/>
            <a:ext cx="10527087" cy="7881644"/>
            <a:chOff x="10856537" y="7398116"/>
            <a:chExt cx="10527087" cy="7881644"/>
          </a:xfrm>
        </p:grpSpPr>
        <p:sp>
          <p:nvSpPr>
            <p:cNvPr id="230" name="Google Shape;230;p26"/>
            <p:cNvSpPr txBox="1"/>
            <p:nvPr/>
          </p:nvSpPr>
          <p:spPr>
            <a:xfrm>
              <a:off x="10856537" y="7398116"/>
              <a:ext cx="5131405" cy="249207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①IRセンサー</a:t>
              </a:r>
              <a:endParaRPr sz="2000" b="1" dirty="0">
                <a:solidFill>
                  <a:schemeClr val="dk1"/>
                </a:solidFill>
                <a:latin typeface="Meiryo"/>
                <a:ea typeface="Meiryo"/>
                <a:cs typeface="Meiryo"/>
                <a:sym typeface="Meiryo"/>
              </a:endParaRPr>
            </a:p>
            <a:p>
              <a:pPr marL="0" lvl="0" indent="0" algn="l" rtl="0">
                <a:spcBef>
                  <a:spcPts val="0"/>
                </a:spcBef>
                <a:spcAft>
                  <a:spcPts val="0"/>
                </a:spcAft>
                <a:buNone/>
              </a:pPr>
              <a:r>
                <a:rPr lang="ja" sz="2000" b="1" dirty="0">
                  <a:solidFill>
                    <a:srgbClr val="0092D7"/>
                  </a:solidFill>
                  <a:latin typeface="Meiryo"/>
                  <a:ea typeface="Meiryo"/>
                  <a:cs typeface="Meiryo"/>
                  <a:sym typeface="Meiryo"/>
                </a:rPr>
                <a:t>16個の</a:t>
              </a:r>
              <a:r>
                <a:rPr lang="en-US" altLang="ja-JP" sz="2000" b="1" dirty="0">
                  <a:solidFill>
                    <a:srgbClr val="0092D7"/>
                  </a:solidFill>
                  <a:latin typeface="Meiryo"/>
                  <a:ea typeface="Meiryo"/>
                  <a:cs typeface="Meiryo"/>
                  <a:sym typeface="Meiryo"/>
                </a:rPr>
                <a:t>IR</a:t>
              </a:r>
              <a:r>
                <a:rPr lang="ja" sz="2000" b="1" dirty="0">
                  <a:solidFill>
                    <a:srgbClr val="0092D7"/>
                  </a:solidFill>
                  <a:latin typeface="Meiryo"/>
                  <a:ea typeface="Meiryo"/>
                  <a:cs typeface="Meiryo"/>
                  <a:sym typeface="Meiryo"/>
                </a:rPr>
                <a:t>センサーを円状に配置</a:t>
              </a:r>
              <a:r>
                <a:rPr lang="ja" sz="2000" dirty="0">
                  <a:solidFill>
                    <a:schemeClr val="dk1"/>
                  </a:solidFill>
                  <a:latin typeface="Meiryo"/>
                  <a:ea typeface="Meiryo"/>
                  <a:cs typeface="Meiryo"/>
                  <a:sym typeface="Meiryo"/>
                </a:rPr>
                <a:t>することで、</a:t>
              </a:r>
              <a:r>
                <a:rPr lang="ja" sz="2000" b="1" dirty="0">
                  <a:solidFill>
                    <a:srgbClr val="0092D7"/>
                  </a:solidFill>
                  <a:latin typeface="Meiryo"/>
                  <a:ea typeface="Meiryo"/>
                  <a:cs typeface="Meiryo"/>
                  <a:sym typeface="Meiryo"/>
                </a:rPr>
                <a:t>ボールの正確な位置を把握</a:t>
              </a:r>
              <a:r>
                <a:rPr lang="ja" sz="2000" dirty="0">
                  <a:solidFill>
                    <a:schemeClr val="dk1"/>
                  </a:solidFill>
                  <a:latin typeface="Meiryo"/>
                  <a:ea typeface="Meiryo"/>
                  <a:cs typeface="Meiryo"/>
                  <a:sym typeface="Meiryo"/>
                </a:rPr>
                <a:t>しています。サブマイコンで高速に処理する</a:t>
              </a:r>
              <a:r>
                <a:rPr lang="ja-JP" altLang="en-US" sz="2000" dirty="0">
                  <a:solidFill>
                    <a:schemeClr val="dk1"/>
                  </a:solidFill>
                  <a:latin typeface="Meiryo"/>
                  <a:ea typeface="Meiryo"/>
                  <a:cs typeface="Meiryo"/>
                  <a:sym typeface="Meiryo"/>
                </a:rPr>
                <a:t>ことで、ボールを素早くホールドすることが可能です。これにより、ロボットが</a:t>
              </a:r>
              <a:r>
                <a:rPr lang="ja-JP" altLang="en-US" sz="2000" b="1" dirty="0">
                  <a:solidFill>
                    <a:srgbClr val="0092D7"/>
                  </a:solidFill>
                  <a:latin typeface="Meiryo"/>
                  <a:ea typeface="Meiryo"/>
                  <a:cs typeface="Meiryo"/>
                  <a:sym typeface="Meiryo"/>
                </a:rPr>
                <a:t>安定してボールを扱える</a:t>
              </a:r>
              <a:r>
                <a:rPr lang="ja-JP" altLang="en-US" sz="2000" dirty="0">
                  <a:solidFill>
                    <a:schemeClr val="dk1"/>
                  </a:solidFill>
                  <a:latin typeface="Meiryo"/>
                  <a:ea typeface="Meiryo"/>
                  <a:cs typeface="Meiryo"/>
                  <a:sym typeface="Meiryo"/>
                </a:rPr>
                <a:t>ようになっています。</a:t>
              </a:r>
              <a:endParaRPr lang="en-US" altLang="ja-JP" sz="2000" dirty="0">
                <a:solidFill>
                  <a:schemeClr val="dk1"/>
                </a:solidFill>
                <a:latin typeface="Meiryo"/>
                <a:ea typeface="Meiryo"/>
                <a:cs typeface="Meiryo"/>
              </a:endParaRPr>
            </a:p>
          </p:txBody>
        </p:sp>
        <p:sp>
          <p:nvSpPr>
            <p:cNvPr id="231" name="Google Shape;231;p26"/>
            <p:cNvSpPr txBox="1"/>
            <p:nvPr/>
          </p:nvSpPr>
          <p:spPr>
            <a:xfrm>
              <a:off x="16077207" y="7398116"/>
              <a:ext cx="5291614" cy="30221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②ドリブラー</a:t>
              </a:r>
              <a:endParaRPr sz="2000" b="1"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tx1"/>
                  </a:solidFill>
                  <a:latin typeface="Meiryo"/>
                  <a:ea typeface="Meiryo"/>
                  <a:cs typeface="Meiryo"/>
                  <a:sym typeface="Meiryo"/>
                </a:rPr>
                <a:t>ドリブラー</a:t>
              </a:r>
              <a:r>
                <a:rPr lang="ja" sz="2000" dirty="0">
                  <a:solidFill>
                    <a:schemeClr val="dk1"/>
                  </a:solidFill>
                  <a:latin typeface="Meiryo"/>
                  <a:ea typeface="Meiryo"/>
                  <a:cs typeface="Meiryo"/>
                  <a:sym typeface="Meiryo"/>
                </a:rPr>
                <a:t>を搭載することで、</a:t>
              </a:r>
              <a:r>
                <a:rPr lang="ja" sz="2000" b="1" dirty="0">
                  <a:solidFill>
                    <a:srgbClr val="0092D7"/>
                  </a:solidFill>
                  <a:latin typeface="Meiryo"/>
                  <a:ea typeface="Meiryo"/>
                  <a:cs typeface="Meiryo"/>
                  <a:sym typeface="Meiryo"/>
                </a:rPr>
                <a:t>ボールを</a:t>
              </a:r>
              <a:endParaRPr lang="en-US" altLang="ja" sz="2000" b="1" dirty="0">
                <a:solidFill>
                  <a:srgbClr val="0092D7"/>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b="1" dirty="0">
                  <a:solidFill>
                    <a:srgbClr val="0092D7"/>
                  </a:solidFill>
                  <a:latin typeface="Meiryo"/>
                  <a:ea typeface="Meiryo"/>
                  <a:cs typeface="Meiryo"/>
                  <a:sym typeface="Meiryo"/>
                </a:rPr>
                <a:t>安定してホールド</a:t>
              </a:r>
              <a:r>
                <a:rPr lang="ja" sz="2000" dirty="0">
                  <a:solidFill>
                    <a:schemeClr val="dk1"/>
                  </a:solidFill>
                  <a:latin typeface="Meiryo"/>
                  <a:ea typeface="Meiryo"/>
                  <a:cs typeface="Meiryo"/>
                  <a:sym typeface="Meiryo"/>
                </a:rPr>
                <a:t>しながら移動できます。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常に回転するため、ホールドエリアに入ったボールを確実に保持し、手放しにくくなります。これにより、試合中でもボール</a:t>
              </a:r>
              <a:r>
                <a:rPr lang="ja-JP" altLang="en-US" sz="2000" dirty="0">
                  <a:solidFill>
                    <a:schemeClr val="dk1"/>
                  </a:solidFill>
                  <a:latin typeface="Meiryo"/>
                  <a:ea typeface="Meiryo"/>
                  <a:cs typeface="Meiryo"/>
                  <a:sym typeface="Meiryo"/>
                </a:rPr>
                <a:t>の</a:t>
              </a:r>
              <a:r>
                <a:rPr lang="ja" sz="2000" dirty="0">
                  <a:solidFill>
                    <a:schemeClr val="dk1"/>
                  </a:solidFill>
                  <a:latin typeface="Meiryo"/>
                  <a:ea typeface="Meiryo"/>
                  <a:cs typeface="Meiryo"/>
                  <a:sym typeface="Meiryo"/>
                </a:rPr>
                <a:t>コントロールが安定し、正確にゴールへ運ぶことが可能です。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sp>
          <p:nvSpPr>
            <p:cNvPr id="197" name="Google Shape;197;p26"/>
            <p:cNvSpPr txBox="1"/>
            <p:nvPr/>
          </p:nvSpPr>
          <p:spPr>
            <a:xfrm>
              <a:off x="16077207" y="9946782"/>
              <a:ext cx="5306417"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④Sub基板</a:t>
              </a:r>
              <a:endParaRPr sz="2000" b="1"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モーターを制御する</a:t>
              </a:r>
              <a:r>
                <a:rPr lang="ja" sz="2000" b="1" dirty="0">
                  <a:solidFill>
                    <a:srgbClr val="0092D7"/>
                  </a:solidFill>
                  <a:latin typeface="Meiryo"/>
                  <a:ea typeface="Meiryo"/>
                  <a:cs typeface="Meiryo"/>
                  <a:sym typeface="Meiryo"/>
                </a:rPr>
                <a:t>DRV8835</a:t>
              </a:r>
              <a:r>
                <a:rPr lang="ja-JP" altLang="en-US" sz="2000" dirty="0">
                  <a:solidFill>
                    <a:schemeClr val="tx1"/>
                  </a:solidFill>
                  <a:latin typeface="Meiryo"/>
                  <a:ea typeface="Meiryo"/>
                  <a:cs typeface="Meiryo"/>
                  <a:sym typeface="Meiryo"/>
                </a:rPr>
                <a:t>を</a:t>
              </a:r>
              <a:r>
                <a:rPr lang="en-US" altLang="ja" sz="2000" dirty="0">
                  <a:solidFill>
                    <a:schemeClr val="tx1"/>
                  </a:solidFill>
                  <a:latin typeface="Meiryo"/>
                  <a:ea typeface="Meiryo"/>
                  <a:cs typeface="Meiryo"/>
                  <a:sym typeface="Meiryo"/>
                </a:rPr>
                <a:t>2</a:t>
              </a:r>
              <a:r>
                <a:rPr lang="ja-JP" altLang="en-US" sz="2000" dirty="0">
                  <a:solidFill>
                    <a:schemeClr val="dk1"/>
                  </a:solidFill>
                  <a:latin typeface="Meiryo"/>
                  <a:ea typeface="Meiryo"/>
                  <a:cs typeface="Meiryo"/>
                  <a:sym typeface="Meiryo"/>
                </a:rPr>
                <a:t>基と</a:t>
              </a:r>
              <a:endParaRPr lang="en-US" altLang="ja-JP"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電流を安定させる</a:t>
              </a:r>
              <a:r>
                <a:rPr lang="ja" sz="2000" b="1" dirty="0">
                  <a:solidFill>
                    <a:srgbClr val="0092D7"/>
                  </a:solidFill>
                  <a:latin typeface="Meiryo"/>
                  <a:ea typeface="Meiryo"/>
                  <a:cs typeface="Meiryo"/>
                  <a:sym typeface="Meiryo"/>
                </a:rPr>
                <a:t>三端子レギュレーター</a:t>
              </a:r>
              <a:r>
                <a:rPr lang="ja-JP" altLang="en-US" sz="2000" dirty="0">
                  <a:solidFill>
                    <a:schemeClr val="tx1"/>
                  </a:solidFill>
                  <a:latin typeface="Meiryo"/>
                  <a:ea typeface="Meiryo"/>
                  <a:cs typeface="Meiryo"/>
                  <a:sym typeface="Meiryo"/>
                </a:rPr>
                <a:t>等</a:t>
              </a:r>
              <a:r>
                <a:rPr lang="ja" sz="2000" dirty="0">
                  <a:solidFill>
                    <a:schemeClr val="dk1"/>
                  </a:solidFill>
                  <a:latin typeface="Meiryo"/>
                  <a:ea typeface="Meiryo"/>
                  <a:cs typeface="Meiryo"/>
                  <a:sym typeface="Meiryo"/>
                </a:rPr>
                <a:t>の電源回路を搭載しています。これにより、</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b="1" dirty="0">
                  <a:solidFill>
                    <a:srgbClr val="0092D7"/>
                  </a:solidFill>
                  <a:latin typeface="Meiryo"/>
                  <a:ea typeface="Meiryo"/>
                  <a:cs typeface="Meiryo"/>
                  <a:sym typeface="Meiryo"/>
                </a:rPr>
                <a:t>モーターを安定して駆動</a:t>
              </a:r>
              <a:r>
                <a:rPr lang="ja" sz="2000" dirty="0">
                  <a:solidFill>
                    <a:schemeClr val="dk1"/>
                  </a:solidFill>
                  <a:latin typeface="Meiryo"/>
                  <a:ea typeface="Meiryo"/>
                  <a:cs typeface="Meiryo"/>
                  <a:sym typeface="Meiryo"/>
                </a:rPr>
                <a:t>させることが可能です。</a:t>
              </a:r>
              <a:r>
                <a:rPr lang="ja-JP" altLang="en-US" sz="2000" dirty="0">
                  <a:solidFill>
                    <a:schemeClr val="dk1"/>
                  </a:solidFill>
                  <a:latin typeface="Meiryo"/>
                  <a:ea typeface="Meiryo"/>
                  <a:cs typeface="Meiryo"/>
                  <a:sym typeface="Meiryo"/>
                </a:rPr>
                <a:t>またヒューズを搭載することで万が一のショートに対して基板を守ることが可能です。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sp>
          <p:nvSpPr>
            <p:cNvPr id="232" name="Google Shape;232;p26"/>
            <p:cNvSpPr txBox="1"/>
            <p:nvPr/>
          </p:nvSpPr>
          <p:spPr>
            <a:xfrm>
              <a:off x="10856537" y="9946782"/>
              <a:ext cx="5150349"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③Main基板</a:t>
              </a:r>
              <a:endParaRPr sz="2000" b="1"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en-US" altLang="ja-JP" sz="2000" dirty="0">
                  <a:solidFill>
                    <a:schemeClr val="dk1"/>
                  </a:solidFill>
                  <a:latin typeface="Meiryo"/>
                  <a:ea typeface="Meiryo"/>
                  <a:cs typeface="Meiryo"/>
                  <a:sym typeface="Meiryo"/>
                </a:rPr>
                <a:t>60</a:t>
              </a:r>
              <a:r>
                <a:rPr lang="ja" sz="2000" dirty="0">
                  <a:solidFill>
                    <a:schemeClr val="dk1"/>
                  </a:solidFill>
                  <a:latin typeface="Meiryo"/>
                  <a:ea typeface="Meiryo"/>
                  <a:cs typeface="Meiryo"/>
                  <a:sym typeface="Meiryo"/>
                </a:rPr>
                <a:t>ピン</a:t>
              </a:r>
              <a:r>
                <a:rPr lang="ja-JP" altLang="en-US" sz="2000" dirty="0">
                  <a:solidFill>
                    <a:schemeClr val="dk1"/>
                  </a:solidFill>
                  <a:latin typeface="Meiryo"/>
                  <a:ea typeface="Meiryo"/>
                  <a:cs typeface="Meiryo"/>
                  <a:sym typeface="Meiryo"/>
                </a:rPr>
                <a:t>以上ある</a:t>
              </a:r>
              <a:r>
                <a:rPr lang="ja" sz="2000" b="1" dirty="0">
                  <a:solidFill>
                    <a:srgbClr val="0092D7"/>
                  </a:solidFill>
                  <a:latin typeface="Meiryo"/>
                  <a:ea typeface="Meiryo"/>
                  <a:cs typeface="Meiryo"/>
                  <a:sym typeface="Meiryo"/>
                </a:rPr>
                <a:t>Arduino M</a:t>
              </a:r>
              <a:r>
                <a:rPr lang="en-US" altLang="ja" sz="2000" b="1" dirty="0">
                  <a:solidFill>
                    <a:srgbClr val="0092D7"/>
                  </a:solidFill>
                  <a:latin typeface="Meiryo"/>
                  <a:ea typeface="Meiryo"/>
                  <a:cs typeface="Meiryo"/>
                  <a:sym typeface="Meiryo"/>
                </a:rPr>
                <a:t>EGA</a:t>
              </a:r>
              <a:r>
                <a:rPr lang="ja" sz="2000" dirty="0">
                  <a:solidFill>
                    <a:schemeClr val="dk1"/>
                  </a:solidFill>
                  <a:latin typeface="Meiryo"/>
                  <a:ea typeface="Meiryo"/>
                  <a:cs typeface="Meiryo"/>
                  <a:sym typeface="Meiryo"/>
                </a:rPr>
                <a:t>や</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方向センサーの</a:t>
              </a:r>
              <a:r>
                <a:rPr lang="ja" sz="2000" b="1" dirty="0">
                  <a:solidFill>
                    <a:srgbClr val="0092D7"/>
                  </a:solidFill>
                  <a:latin typeface="Meiryo"/>
                  <a:ea typeface="Meiryo"/>
                  <a:cs typeface="Meiryo"/>
                  <a:sym typeface="Meiryo"/>
                </a:rPr>
                <a:t>BNO055</a:t>
              </a:r>
              <a:r>
                <a:rPr lang="ja" sz="2000" dirty="0">
                  <a:solidFill>
                    <a:schemeClr val="dk1"/>
                  </a:solidFill>
                  <a:latin typeface="Meiryo"/>
                  <a:ea typeface="Meiryo"/>
                  <a:cs typeface="Meiryo"/>
                  <a:sym typeface="Meiryo"/>
                </a:rPr>
                <a:t>を搭載しています。</a:t>
              </a:r>
              <a:r>
                <a:rPr lang="en-US" altLang="ja-JP" sz="2000" dirty="0">
                  <a:solidFill>
                    <a:schemeClr val="dk1"/>
                  </a:solidFill>
                  <a:latin typeface="Meiryo"/>
                  <a:ea typeface="Meiryo"/>
                  <a:cs typeface="Meiryo"/>
                  <a:sym typeface="Meiryo"/>
                </a:rPr>
                <a:t>Arduino MEGA</a:t>
              </a:r>
              <a:r>
                <a:rPr lang="ja-JP" altLang="en-US" sz="2000" dirty="0">
                  <a:solidFill>
                    <a:schemeClr val="dk1"/>
                  </a:solidFill>
                  <a:latin typeface="Meiryo"/>
                  <a:ea typeface="Meiryo"/>
                  <a:cs typeface="Meiryo"/>
                  <a:sym typeface="Meiryo"/>
                </a:rPr>
                <a:t>は、</a:t>
              </a:r>
              <a:r>
                <a:rPr lang="en-US" altLang="ja-JP" sz="2000" dirty="0">
                  <a:solidFill>
                    <a:schemeClr val="dk1"/>
                  </a:solidFill>
                  <a:latin typeface="Meiryo"/>
                  <a:ea typeface="Meiryo"/>
                  <a:cs typeface="Meiryo"/>
                  <a:sym typeface="Meiryo"/>
                </a:rPr>
                <a:t>IR</a:t>
              </a:r>
              <a:r>
                <a:rPr lang="ja-JP" altLang="en-US" sz="2000" dirty="0">
                  <a:solidFill>
                    <a:schemeClr val="dk1"/>
                  </a:solidFill>
                  <a:latin typeface="Meiryo"/>
                  <a:ea typeface="Meiryo"/>
                  <a:cs typeface="Meiryo"/>
                  <a:sym typeface="Meiryo"/>
                </a:rPr>
                <a:t>基板とのシリアル</a:t>
              </a:r>
            </a:p>
            <a:p>
              <a:pPr marL="0" lvl="0" indent="0" algn="l" rtl="0">
                <a:spcBef>
                  <a:spcPts val="0"/>
                </a:spcBef>
                <a:spcAft>
                  <a:spcPts val="0"/>
                </a:spcAft>
                <a:buNone/>
              </a:pPr>
              <a:r>
                <a:rPr lang="ja" sz="2000" dirty="0">
                  <a:solidFill>
                    <a:schemeClr val="dk1"/>
                  </a:solidFill>
                  <a:latin typeface="Meiryo"/>
                  <a:ea typeface="Meiryo"/>
                  <a:cs typeface="Meiryo"/>
                  <a:sym typeface="Meiryo"/>
                </a:rPr>
                <a:t>通信や各部品の制御を担当しています。</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これにより、センサー情報をもとに</a:t>
              </a:r>
              <a:r>
                <a:rPr lang="ja" sz="2000" b="1" dirty="0">
                  <a:solidFill>
                    <a:srgbClr val="0092D7"/>
                  </a:solidFill>
                  <a:latin typeface="Meiryo"/>
                  <a:ea typeface="Meiryo"/>
                  <a:cs typeface="Meiryo"/>
                  <a:sym typeface="Meiryo"/>
                </a:rPr>
                <a:t>正確な動作制御</a:t>
              </a:r>
              <a:r>
                <a:rPr lang="ja" sz="2000" dirty="0">
                  <a:solidFill>
                    <a:schemeClr val="dk1"/>
                  </a:solidFill>
                  <a:latin typeface="Meiryo"/>
                  <a:ea typeface="Meiryo"/>
                  <a:cs typeface="Meiryo"/>
                  <a:sym typeface="Meiryo"/>
                </a:rPr>
                <a:t>を行うことが可能です。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sp>
          <p:nvSpPr>
            <p:cNvPr id="235" name="Google Shape;235;p26"/>
            <p:cNvSpPr txBox="1"/>
            <p:nvPr/>
          </p:nvSpPr>
          <p:spPr>
            <a:xfrm>
              <a:off x="16077207" y="12276460"/>
              <a:ext cx="5096700"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latin typeface="Meiryo"/>
                  <a:ea typeface="Meiryo"/>
                  <a:cs typeface="Meiryo"/>
                  <a:sym typeface="Meiryo"/>
                </a:rPr>
                <a:t>⑥</a:t>
              </a:r>
              <a:r>
                <a:rPr lang="ja" sz="2000" b="1" dirty="0">
                  <a:solidFill>
                    <a:schemeClr val="dk1"/>
                  </a:solidFill>
                  <a:latin typeface="Meiryo"/>
                  <a:ea typeface="Meiryo"/>
                  <a:cs typeface="Meiryo"/>
                  <a:sym typeface="Meiryo"/>
                </a:rPr>
                <a:t>自作タイヤ</a:t>
              </a:r>
              <a:endParaRPr sz="2000" b="1"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b="1" dirty="0">
                  <a:solidFill>
                    <a:srgbClr val="0092D7"/>
                  </a:solidFill>
                  <a:latin typeface="Meiryo"/>
                  <a:ea typeface="Meiryo"/>
                  <a:cs typeface="Meiryo"/>
                  <a:sym typeface="Meiryo"/>
                </a:rPr>
                <a:t>凹凸をつけた自作タイヤ</a:t>
              </a:r>
              <a:r>
                <a:rPr lang="ja" sz="2000" dirty="0">
                  <a:solidFill>
                    <a:schemeClr val="dk1"/>
                  </a:solidFill>
                  <a:latin typeface="Meiryo"/>
                  <a:ea typeface="Meiryo"/>
                  <a:cs typeface="Meiryo"/>
                  <a:sym typeface="Meiryo"/>
                </a:rPr>
                <a:t>を採用することで、ディフェンス時には</a:t>
              </a:r>
              <a:r>
                <a:rPr lang="ja" sz="2000" b="1" dirty="0">
                  <a:solidFill>
                    <a:srgbClr val="0092D7"/>
                  </a:solidFill>
                  <a:latin typeface="Meiryo"/>
                  <a:ea typeface="Meiryo"/>
                  <a:cs typeface="Meiryo"/>
                  <a:sym typeface="Meiryo"/>
                </a:rPr>
                <a:t>押されにくく</a:t>
              </a:r>
              <a:r>
                <a:rPr lang="ja" sz="2000" dirty="0">
                  <a:solidFill>
                    <a:schemeClr val="dk1"/>
                  </a:solidFill>
                  <a:latin typeface="Meiryo"/>
                  <a:ea typeface="Meiryo"/>
                  <a:cs typeface="Meiryo"/>
                  <a:sym typeface="Meiryo"/>
                </a:rPr>
                <a:t>、オフェンス時には</a:t>
              </a:r>
              <a:r>
                <a:rPr lang="ja" sz="2000" b="1" dirty="0">
                  <a:solidFill>
                    <a:srgbClr val="0092D7"/>
                  </a:solidFill>
                  <a:latin typeface="Meiryo"/>
                  <a:ea typeface="Meiryo"/>
                  <a:cs typeface="Meiryo"/>
                  <a:sym typeface="Meiryo"/>
                </a:rPr>
                <a:t>滑りにくい</a:t>
              </a:r>
              <a:r>
                <a:rPr lang="ja" sz="2000" dirty="0">
                  <a:solidFill>
                    <a:schemeClr val="dk1"/>
                  </a:solidFill>
                  <a:latin typeface="Meiryo"/>
                  <a:ea typeface="Meiryo"/>
                  <a:cs typeface="Meiryo"/>
                  <a:sym typeface="Meiryo"/>
                </a:rPr>
                <a:t>構造にしています。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また、安定した走行が可能となり、試合中の動作の安定性が向上しました。</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sp>
          <p:nvSpPr>
            <p:cNvPr id="236" name="Google Shape;236;p26"/>
            <p:cNvSpPr txBox="1"/>
            <p:nvPr/>
          </p:nvSpPr>
          <p:spPr>
            <a:xfrm>
              <a:off x="10856537" y="12276460"/>
              <a:ext cx="5096700" cy="209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latin typeface="Meiryo"/>
                  <a:ea typeface="Meiryo"/>
                  <a:cs typeface="Meiryo"/>
                  <a:sym typeface="Meiryo"/>
                </a:rPr>
                <a:t>⑤ライン</a:t>
              </a:r>
              <a:r>
                <a:rPr lang="ja" sz="2000" b="1" dirty="0">
                  <a:solidFill>
                    <a:schemeClr val="dk1"/>
                  </a:solidFill>
                  <a:latin typeface="Meiryo"/>
                  <a:ea typeface="Meiryo"/>
                  <a:cs typeface="Meiryo"/>
                  <a:sym typeface="Meiryo"/>
                </a:rPr>
                <a:t>センサー</a:t>
              </a:r>
              <a:endParaRPr sz="2000" b="1"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合計20個のラインセンサーをディフェンス側に搭載しています。自陣ゴール周辺の</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ラインをライントレースすることで、</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正確な位置取りを行います。これにより、相手からの攻撃に対して安定して</a:t>
              </a:r>
              <a:r>
                <a:rPr lang="ja" sz="2000" b="1" dirty="0">
                  <a:solidFill>
                    <a:srgbClr val="0092D7"/>
                  </a:solidFill>
                  <a:latin typeface="Meiryo"/>
                  <a:ea typeface="Meiryo"/>
                  <a:cs typeface="Meiryo"/>
                  <a:sym typeface="Meiryo"/>
                </a:rPr>
                <a:t>ゴールを守ること</a:t>
              </a:r>
              <a:r>
                <a:rPr lang="ja" sz="2000" dirty="0">
                  <a:solidFill>
                    <a:schemeClr val="dk1"/>
                  </a:solidFill>
                  <a:latin typeface="Meiryo"/>
                  <a:ea typeface="Meiryo"/>
                  <a:cs typeface="Meiryo"/>
                  <a:sym typeface="Meiryo"/>
                </a:rPr>
                <a:t>が可能です。</a:t>
              </a:r>
              <a:endParaRPr sz="2000" dirty="0">
                <a:solidFill>
                  <a:schemeClr val="dk1"/>
                </a:solidFill>
                <a:latin typeface="Meiryo"/>
                <a:ea typeface="Meiryo"/>
                <a:cs typeface="Meiryo"/>
                <a:sym typeface="Meiryo"/>
              </a:endParaRPr>
            </a:p>
          </p:txBody>
        </p:sp>
      </p:grpSp>
      <p:pic>
        <p:nvPicPr>
          <p:cNvPr id="237" name="Google Shape;237;p26"/>
          <p:cNvPicPr preferRelativeResize="0"/>
          <p:nvPr/>
        </p:nvPicPr>
        <p:blipFill>
          <a:blip r:embed="rId9">
            <a:alphaModFix/>
          </a:blip>
          <a:stretch>
            <a:fillRect/>
          </a:stretch>
        </p:blipFill>
        <p:spPr>
          <a:xfrm>
            <a:off x="2774263" y="13751067"/>
            <a:ext cx="1836530" cy="1102244"/>
          </a:xfrm>
          <a:prstGeom prst="rect">
            <a:avLst/>
          </a:prstGeom>
          <a:noFill/>
          <a:ln>
            <a:noFill/>
          </a:ln>
        </p:spPr>
      </p:pic>
      <p:sp>
        <p:nvSpPr>
          <p:cNvPr id="240" name="Google Shape;240;p26"/>
          <p:cNvSpPr txBox="1"/>
          <p:nvPr/>
        </p:nvSpPr>
        <p:spPr>
          <a:xfrm>
            <a:off x="1366222" y="857818"/>
            <a:ext cx="9594900" cy="708900"/>
          </a:xfrm>
          <a:prstGeom prst="rect">
            <a:avLst/>
          </a:prstGeom>
          <a:noFill/>
          <a:ln>
            <a:noFill/>
          </a:ln>
        </p:spPr>
        <p:txBody>
          <a:bodyPr spcFirstLastPara="1" wrap="square" lIns="129300" tIns="129300" rIns="129300" bIns="129300" anchor="ctr" anchorCtr="0">
            <a:noAutofit/>
          </a:bodyPr>
          <a:lstStyle/>
          <a:p>
            <a:pPr marL="0" lvl="0" indent="0" algn="l" rtl="0">
              <a:spcBef>
                <a:spcPts val="0"/>
              </a:spcBef>
              <a:spcAft>
                <a:spcPts val="0"/>
              </a:spcAft>
              <a:buNone/>
            </a:pPr>
            <a:r>
              <a:rPr lang="ja" sz="2828">
                <a:solidFill>
                  <a:schemeClr val="lt1"/>
                </a:solidFill>
                <a:latin typeface="Meiryo"/>
                <a:ea typeface="Meiryo"/>
                <a:cs typeface="Meiryo"/>
                <a:sym typeface="Meiryo"/>
              </a:rPr>
              <a:t>芝浦工業大学付属中学高等学校　　電子技術研究部</a:t>
            </a:r>
            <a:endParaRPr sz="2828">
              <a:solidFill>
                <a:schemeClr val="lt1"/>
              </a:solidFill>
              <a:latin typeface="Meiryo"/>
              <a:ea typeface="Meiryo"/>
              <a:cs typeface="Meiryo"/>
              <a:sym typeface="Meiryo"/>
            </a:endParaRPr>
          </a:p>
        </p:txBody>
      </p:sp>
      <p:pic>
        <p:nvPicPr>
          <p:cNvPr id="241" name="Google Shape;241;p26"/>
          <p:cNvPicPr preferRelativeResize="0"/>
          <p:nvPr/>
        </p:nvPicPr>
        <p:blipFill>
          <a:blip r:embed="rId10">
            <a:alphaModFix/>
          </a:blip>
          <a:stretch>
            <a:fillRect/>
          </a:stretch>
        </p:blipFill>
        <p:spPr>
          <a:xfrm>
            <a:off x="6567116" y="912756"/>
            <a:ext cx="552676" cy="601441"/>
          </a:xfrm>
          <a:prstGeom prst="rect">
            <a:avLst/>
          </a:prstGeom>
          <a:noFill/>
          <a:ln>
            <a:noFill/>
          </a:ln>
        </p:spPr>
      </p:pic>
      <p:pic>
        <p:nvPicPr>
          <p:cNvPr id="242" name="Google Shape;242;p26"/>
          <p:cNvPicPr preferRelativeResize="0"/>
          <p:nvPr/>
        </p:nvPicPr>
        <p:blipFill>
          <a:blip r:embed="rId11">
            <a:alphaModFix/>
          </a:blip>
          <a:stretch>
            <a:fillRect/>
          </a:stretch>
        </p:blipFill>
        <p:spPr>
          <a:xfrm>
            <a:off x="840974" y="973286"/>
            <a:ext cx="552682" cy="477974"/>
          </a:xfrm>
          <a:prstGeom prst="rect">
            <a:avLst/>
          </a:prstGeom>
          <a:noFill/>
          <a:ln>
            <a:noFill/>
          </a:ln>
        </p:spPr>
      </p:pic>
      <p:sp>
        <p:nvSpPr>
          <p:cNvPr id="243" name="Google Shape;243;p26"/>
          <p:cNvSpPr txBox="1"/>
          <p:nvPr/>
        </p:nvSpPr>
        <p:spPr>
          <a:xfrm>
            <a:off x="5506289" y="11615991"/>
            <a:ext cx="5096700"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プログラム工夫点</a:t>
            </a:r>
            <a:endParaRPr sz="2000" b="1"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センサーの情報をリアルタイムで処理し、状況に応じて動作を切り替えるように</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しました。処理を役割ごとに分けることで動作の高速化と安定化を図っています。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これにより、試合中でも安定した制御を</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行うことが可能になりました。</a:t>
            </a:r>
            <a:endParaRPr sz="2000" dirty="0">
              <a:solidFill>
                <a:schemeClr val="dk1"/>
              </a:solidFill>
              <a:latin typeface="Meiryo"/>
              <a:ea typeface="Meiryo"/>
              <a:cs typeface="Meiryo"/>
              <a:sym typeface="Meiryo"/>
            </a:endParaRPr>
          </a:p>
          <a:p>
            <a:pPr marL="0" lvl="0" indent="0" algn="l" rtl="0">
              <a:spcBef>
                <a:spcPts val="0"/>
              </a:spcBef>
              <a:spcAft>
                <a:spcPts val="0"/>
              </a:spcAft>
              <a:buNone/>
            </a:pPr>
            <a:endParaRPr sz="2000" dirty="0">
              <a:solidFill>
                <a:schemeClr val="dk1"/>
              </a:solidFill>
              <a:latin typeface="Meiryo"/>
              <a:ea typeface="Meiryo"/>
              <a:cs typeface="Meiryo"/>
              <a:sym typeface="Meiryo"/>
            </a:endParaRPr>
          </a:p>
        </p:txBody>
      </p:sp>
      <p:pic>
        <p:nvPicPr>
          <p:cNvPr id="248" name="Google Shape;248;p26"/>
          <p:cNvPicPr preferRelativeResize="0"/>
          <p:nvPr/>
        </p:nvPicPr>
        <p:blipFill>
          <a:blip r:embed="rId12">
            <a:alphaModFix/>
          </a:blip>
          <a:stretch>
            <a:fillRect/>
          </a:stretch>
        </p:blipFill>
        <p:spPr>
          <a:xfrm>
            <a:off x="18277369" y="-2245"/>
            <a:ext cx="2993517" cy="1566599"/>
          </a:xfrm>
          <a:prstGeom prst="rect">
            <a:avLst/>
          </a:prstGeom>
          <a:noFill/>
          <a:ln>
            <a:noFill/>
          </a:ln>
        </p:spPr>
      </p:pic>
      <p:pic>
        <p:nvPicPr>
          <p:cNvPr id="249" name="Google Shape;249;p26"/>
          <p:cNvPicPr preferRelativeResize="0"/>
          <p:nvPr/>
        </p:nvPicPr>
        <p:blipFill>
          <a:blip r:embed="rId13">
            <a:alphaModFix/>
          </a:blip>
          <a:stretch>
            <a:fillRect/>
          </a:stretch>
        </p:blipFill>
        <p:spPr>
          <a:xfrm>
            <a:off x="11261533" y="171300"/>
            <a:ext cx="1224000" cy="1224000"/>
          </a:xfrm>
          <a:prstGeom prst="rect">
            <a:avLst/>
          </a:prstGeom>
          <a:noFill/>
          <a:ln>
            <a:noFill/>
          </a:ln>
        </p:spPr>
      </p:pic>
      <p:pic>
        <p:nvPicPr>
          <p:cNvPr id="251" name="Google Shape;251;p26"/>
          <p:cNvPicPr preferRelativeResize="0"/>
          <p:nvPr/>
        </p:nvPicPr>
        <p:blipFill>
          <a:blip r:embed="rId14">
            <a:alphaModFix/>
          </a:blip>
          <a:stretch>
            <a:fillRect/>
          </a:stretch>
        </p:blipFill>
        <p:spPr>
          <a:xfrm>
            <a:off x="14953691" y="171300"/>
            <a:ext cx="1224000" cy="1224000"/>
          </a:xfrm>
          <a:prstGeom prst="rect">
            <a:avLst/>
          </a:prstGeom>
          <a:noFill/>
          <a:ln>
            <a:noFill/>
          </a:ln>
        </p:spPr>
      </p:pic>
      <p:sp>
        <p:nvSpPr>
          <p:cNvPr id="252" name="Google Shape;252;p26"/>
          <p:cNvSpPr txBox="1"/>
          <p:nvPr/>
        </p:nvSpPr>
        <p:spPr>
          <a:xfrm>
            <a:off x="10079051" y="362818"/>
            <a:ext cx="21639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800" dirty="0">
                <a:solidFill>
                  <a:schemeClr val="lt1"/>
                </a:solidFill>
                <a:latin typeface="Meiryo"/>
                <a:ea typeface="Meiryo"/>
                <a:cs typeface="Meiryo"/>
                <a:sym typeface="Meiryo"/>
              </a:rPr>
              <a:t>Team Blog:</a:t>
            </a:r>
            <a:endParaRPr sz="2800" dirty="0">
              <a:solidFill>
                <a:schemeClr val="lt1"/>
              </a:solidFill>
              <a:latin typeface="Meiryo"/>
              <a:ea typeface="Meiryo"/>
              <a:cs typeface="Meiryo"/>
              <a:sym typeface="Meiryo"/>
            </a:endParaRPr>
          </a:p>
        </p:txBody>
      </p:sp>
      <p:sp>
        <p:nvSpPr>
          <p:cNvPr id="256" name="Google Shape;256;p26"/>
          <p:cNvSpPr txBox="1"/>
          <p:nvPr/>
        </p:nvSpPr>
        <p:spPr>
          <a:xfrm>
            <a:off x="13251730" y="411703"/>
            <a:ext cx="28392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800" dirty="0">
                <a:solidFill>
                  <a:schemeClr val="lt1"/>
                </a:solidFill>
                <a:latin typeface="Meiryo"/>
                <a:ea typeface="Meiryo"/>
                <a:cs typeface="Meiryo"/>
                <a:sym typeface="Meiryo"/>
              </a:rPr>
              <a:t>Team</a:t>
            </a:r>
            <a:endParaRPr lang="en-US" altLang="ja" sz="2800" dirty="0">
              <a:solidFill>
                <a:schemeClr val="lt1"/>
              </a:solidFill>
              <a:latin typeface="Meiryo"/>
              <a:ea typeface="Meiryo"/>
              <a:cs typeface="Meiryo"/>
              <a:sym typeface="Meiryo"/>
            </a:endParaRPr>
          </a:p>
          <a:p>
            <a:pPr marL="0" lvl="0" indent="0" algn="l" rtl="0">
              <a:spcBef>
                <a:spcPts val="0"/>
              </a:spcBef>
              <a:spcAft>
                <a:spcPts val="0"/>
              </a:spcAft>
              <a:buNone/>
            </a:pPr>
            <a:r>
              <a:rPr lang="en-US" altLang="ja" sz="2800" dirty="0">
                <a:solidFill>
                  <a:schemeClr val="lt1"/>
                </a:solidFill>
                <a:latin typeface="Meiryo"/>
                <a:ea typeface="Meiryo"/>
                <a:cs typeface="Meiryo"/>
                <a:sym typeface="Meiryo"/>
              </a:rPr>
              <a:t>A</a:t>
            </a:r>
            <a:r>
              <a:rPr lang="ja" sz="2800" dirty="0">
                <a:solidFill>
                  <a:schemeClr val="lt1"/>
                </a:solidFill>
                <a:latin typeface="Meiryo"/>
                <a:ea typeface="Meiryo"/>
                <a:cs typeface="Meiryo"/>
                <a:sym typeface="Meiryo"/>
              </a:rPr>
              <a:t>ccount:</a:t>
            </a:r>
            <a:endParaRPr sz="2800" dirty="0">
              <a:solidFill>
                <a:schemeClr val="lt1"/>
              </a:solidFill>
              <a:latin typeface="Meiryo"/>
              <a:ea typeface="Meiryo"/>
              <a:cs typeface="Meiryo"/>
              <a:sym typeface="Meiryo"/>
            </a:endParaRPr>
          </a:p>
        </p:txBody>
      </p:sp>
      <p:grpSp>
        <p:nvGrpSpPr>
          <p:cNvPr id="22" name="グループ化 21">
            <a:extLst>
              <a:ext uri="{FF2B5EF4-FFF2-40B4-BE49-F238E27FC236}">
                <a16:creationId xmlns:a16="http://schemas.microsoft.com/office/drawing/2014/main" id="{310C7CC2-5005-FA06-72EA-25EA25DBD79A}"/>
              </a:ext>
            </a:extLst>
          </p:cNvPr>
          <p:cNvGrpSpPr/>
          <p:nvPr/>
        </p:nvGrpSpPr>
        <p:grpSpPr>
          <a:xfrm>
            <a:off x="16151211" y="2028030"/>
            <a:ext cx="5096700" cy="5433641"/>
            <a:chOff x="16151211" y="1713361"/>
            <a:chExt cx="5096700" cy="5433641"/>
          </a:xfrm>
        </p:grpSpPr>
        <p:sp>
          <p:nvSpPr>
            <p:cNvPr id="229" name="Google Shape;229;p26"/>
            <p:cNvSpPr txBox="1"/>
            <p:nvPr/>
          </p:nvSpPr>
          <p:spPr>
            <a:xfrm>
              <a:off x="16151211" y="1713361"/>
              <a:ext cx="5096700" cy="30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latin typeface="Meiryo"/>
                  <a:ea typeface="Meiryo"/>
                  <a:cs typeface="Meiryo"/>
                  <a:sym typeface="Meiryo"/>
                </a:rPr>
                <a:t>重心設計</a:t>
              </a:r>
              <a:endParaRPr sz="2000" b="1"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機体の重心を低く設計することで、</a:t>
              </a:r>
              <a:endParaRPr lang="en-US" altLang="ja"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バランスを取りやすくしています。</a:t>
              </a:r>
              <a:endParaRPr sz="2000" dirty="0">
                <a:solidFill>
                  <a:schemeClr val="dk1"/>
                </a:solidFill>
                <a:latin typeface="Meiryo"/>
                <a:ea typeface="Meiryo"/>
                <a:cs typeface="Meiryo"/>
                <a:sym typeface="Meiryo"/>
              </a:endParaRPr>
            </a:p>
            <a:p>
              <a:pPr marL="0" lvl="0" indent="0" algn="l" rtl="0">
                <a:spcBef>
                  <a:spcPts val="0"/>
                </a:spcBef>
                <a:spcAft>
                  <a:spcPts val="0"/>
                </a:spcAft>
                <a:buClr>
                  <a:schemeClr val="dk1"/>
                </a:buClr>
                <a:buSzPts val="1100"/>
                <a:buFont typeface="Arial"/>
                <a:buNone/>
              </a:pPr>
              <a:r>
                <a:rPr lang="ja" sz="2000" dirty="0">
                  <a:solidFill>
                    <a:schemeClr val="dk1"/>
                  </a:solidFill>
                  <a:latin typeface="Meiryo"/>
                  <a:ea typeface="Meiryo"/>
                  <a:cs typeface="Meiryo"/>
                  <a:sym typeface="Meiryo"/>
                </a:rPr>
                <a:t>さらに、衝突した際にも倒れにくい構造にすることで、安定し</a:t>
              </a:r>
              <a:r>
                <a:rPr lang="ja-JP" altLang="en-US" sz="2000" dirty="0">
                  <a:solidFill>
                    <a:schemeClr val="dk1"/>
                  </a:solidFill>
                  <a:latin typeface="Meiryo"/>
                  <a:ea typeface="Meiryo"/>
                  <a:cs typeface="Meiryo"/>
                  <a:sym typeface="Meiryo"/>
                </a:rPr>
                <a:t>た</a:t>
              </a:r>
              <a:r>
                <a:rPr lang="ja" sz="2000" dirty="0">
                  <a:solidFill>
                    <a:schemeClr val="dk1"/>
                  </a:solidFill>
                  <a:latin typeface="Meiryo"/>
                  <a:ea typeface="Meiryo"/>
                  <a:cs typeface="Meiryo"/>
                  <a:sym typeface="Meiryo"/>
                </a:rPr>
                <a:t>動作</a:t>
              </a:r>
              <a:r>
                <a:rPr lang="ja-JP" altLang="en-US" sz="2000" dirty="0">
                  <a:solidFill>
                    <a:schemeClr val="dk1"/>
                  </a:solidFill>
                  <a:latin typeface="Meiryo"/>
                  <a:ea typeface="Meiryo"/>
                  <a:cs typeface="Meiryo"/>
                  <a:sym typeface="Meiryo"/>
                </a:rPr>
                <a:t>を可能にします。</a:t>
              </a:r>
              <a:endParaRPr sz="2000" dirty="0">
                <a:solidFill>
                  <a:schemeClr val="dk1"/>
                </a:solidFill>
                <a:latin typeface="Meiryo"/>
                <a:ea typeface="Meiryo"/>
                <a:cs typeface="Meiryo"/>
                <a:sym typeface="Meiryo"/>
              </a:endParaRPr>
            </a:p>
            <a:p>
              <a:pPr marL="0" lvl="0" indent="0" algn="l" rtl="0">
                <a:spcBef>
                  <a:spcPts val="0"/>
                </a:spcBef>
                <a:spcAft>
                  <a:spcPts val="0"/>
                </a:spcAft>
                <a:buNone/>
              </a:pPr>
              <a:r>
                <a:rPr lang="ja" sz="2000" dirty="0">
                  <a:solidFill>
                    <a:schemeClr val="dk1"/>
                  </a:solidFill>
                  <a:latin typeface="Meiryo"/>
                  <a:ea typeface="Meiryo"/>
                  <a:cs typeface="Meiryo"/>
                  <a:sym typeface="Meiryo"/>
                </a:rPr>
                <a:t>これにより、競技中でも安定したパフォーマンスを発揮できるようになっています。</a:t>
              </a:r>
              <a:endParaRPr sz="2000" dirty="0">
                <a:solidFill>
                  <a:schemeClr val="dk1"/>
                </a:solidFill>
                <a:latin typeface="Meiryo"/>
                <a:ea typeface="Meiryo"/>
                <a:cs typeface="Meiryo"/>
                <a:sym typeface="Meiryo"/>
              </a:endParaRPr>
            </a:p>
          </p:txBody>
        </p:sp>
        <p:grpSp>
          <p:nvGrpSpPr>
            <p:cNvPr id="14" name="グループ化 13">
              <a:extLst>
                <a:ext uri="{FF2B5EF4-FFF2-40B4-BE49-F238E27FC236}">
                  <a16:creationId xmlns:a16="http://schemas.microsoft.com/office/drawing/2014/main" id="{F1BDAAC5-435E-46AC-7BAB-CBEB506C40A9}"/>
                </a:ext>
              </a:extLst>
            </p:cNvPr>
            <p:cNvGrpSpPr/>
            <p:nvPr/>
          </p:nvGrpSpPr>
          <p:grpSpPr>
            <a:xfrm>
              <a:off x="16306597" y="3951089"/>
              <a:ext cx="4913008" cy="3195913"/>
              <a:chOff x="16306597" y="3951089"/>
              <a:chExt cx="4913008" cy="3195913"/>
            </a:xfrm>
          </p:grpSpPr>
          <p:pic>
            <p:nvPicPr>
              <p:cNvPr id="245" name="Google Shape;245;p26" title="スクリーンショット 2026-01-10 180448.png"/>
              <p:cNvPicPr preferRelativeResize="0"/>
              <p:nvPr/>
            </p:nvPicPr>
            <p:blipFill rotWithShape="1">
              <a:blip r:embed="rId15">
                <a:alphaModFix/>
              </a:blip>
              <a:srcRect l="7072" t="3771" r="11067" b="23278"/>
              <a:stretch/>
            </p:blipFill>
            <p:spPr>
              <a:xfrm>
                <a:off x="17875054" y="4044355"/>
                <a:ext cx="1436000" cy="1252858"/>
              </a:xfrm>
              <a:prstGeom prst="rect">
                <a:avLst/>
              </a:prstGeom>
              <a:noFill/>
              <a:ln>
                <a:noFill/>
              </a:ln>
            </p:spPr>
          </p:pic>
          <p:pic>
            <p:nvPicPr>
              <p:cNvPr id="246" name="Google Shape;246;p26" title="スクリーンショット 2026-01-10 180457.png"/>
              <p:cNvPicPr preferRelativeResize="0"/>
              <p:nvPr/>
            </p:nvPicPr>
            <p:blipFill rotWithShape="1">
              <a:blip r:embed="rId16">
                <a:alphaModFix/>
              </a:blip>
              <a:srcRect l="1550" r="1550"/>
              <a:stretch/>
            </p:blipFill>
            <p:spPr>
              <a:xfrm>
                <a:off x="16306597" y="3951089"/>
                <a:ext cx="1436004" cy="1413625"/>
              </a:xfrm>
              <a:prstGeom prst="rect">
                <a:avLst/>
              </a:prstGeom>
              <a:noFill/>
              <a:ln>
                <a:noFill/>
              </a:ln>
            </p:spPr>
          </p:pic>
          <p:pic>
            <p:nvPicPr>
              <p:cNvPr id="247" name="Google Shape;247;p26" title="スクリーンショット 2026-01-10 180503.png"/>
              <p:cNvPicPr preferRelativeResize="0"/>
              <p:nvPr/>
            </p:nvPicPr>
            <p:blipFill rotWithShape="1">
              <a:blip r:embed="rId17">
                <a:alphaModFix/>
              </a:blip>
              <a:srcRect l="6217" b="4030"/>
              <a:stretch/>
            </p:blipFill>
            <p:spPr>
              <a:xfrm>
                <a:off x="19444366" y="4005522"/>
                <a:ext cx="1774799" cy="1364079"/>
              </a:xfrm>
              <a:prstGeom prst="rect">
                <a:avLst/>
              </a:prstGeom>
              <a:noFill/>
              <a:ln>
                <a:noFill/>
              </a:ln>
            </p:spPr>
          </p:pic>
          <p:pic>
            <p:nvPicPr>
              <p:cNvPr id="250" name="Google Shape;250;p26"/>
              <p:cNvPicPr preferRelativeResize="0"/>
              <p:nvPr/>
            </p:nvPicPr>
            <p:blipFill>
              <a:blip r:embed="rId18">
                <a:alphaModFix/>
              </a:blip>
              <a:stretch>
                <a:fillRect/>
              </a:stretch>
            </p:blipFill>
            <p:spPr>
              <a:xfrm>
                <a:off x="16306600" y="5682074"/>
                <a:ext cx="2628299" cy="1148692"/>
              </a:xfrm>
              <a:prstGeom prst="rect">
                <a:avLst/>
              </a:prstGeom>
              <a:noFill/>
              <a:ln>
                <a:noFill/>
              </a:ln>
            </p:spPr>
          </p:pic>
          <p:pic>
            <p:nvPicPr>
              <p:cNvPr id="253" name="Google Shape;253;p26"/>
              <p:cNvPicPr preferRelativeResize="0"/>
              <p:nvPr/>
            </p:nvPicPr>
            <p:blipFill>
              <a:blip r:embed="rId19">
                <a:alphaModFix/>
              </a:blip>
              <a:stretch>
                <a:fillRect/>
              </a:stretch>
            </p:blipFill>
            <p:spPr>
              <a:xfrm rot="16200000">
                <a:off x="19544568" y="5189241"/>
                <a:ext cx="1186300" cy="2163774"/>
              </a:xfrm>
              <a:prstGeom prst="rect">
                <a:avLst/>
              </a:prstGeom>
              <a:noFill/>
              <a:ln>
                <a:noFill/>
              </a:ln>
            </p:spPr>
          </p:pic>
          <p:sp>
            <p:nvSpPr>
              <p:cNvPr id="254" name="Google Shape;254;p26"/>
              <p:cNvSpPr txBox="1"/>
              <p:nvPr/>
            </p:nvSpPr>
            <p:spPr>
              <a:xfrm>
                <a:off x="16836906" y="5288595"/>
                <a:ext cx="4419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①</a:t>
                </a:r>
                <a:endParaRPr sz="2200" dirty="0">
                  <a:solidFill>
                    <a:schemeClr val="dk1"/>
                  </a:solidFill>
                  <a:latin typeface="Meiryo"/>
                  <a:ea typeface="Meiryo"/>
                  <a:cs typeface="Meiryo"/>
                  <a:sym typeface="Meiryo"/>
                </a:endParaRPr>
              </a:p>
            </p:txBody>
          </p:sp>
          <p:sp>
            <p:nvSpPr>
              <p:cNvPr id="255" name="Google Shape;255;p26"/>
              <p:cNvSpPr txBox="1"/>
              <p:nvPr/>
            </p:nvSpPr>
            <p:spPr>
              <a:xfrm>
                <a:off x="18372530" y="5294105"/>
                <a:ext cx="4419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200" dirty="0">
                    <a:solidFill>
                      <a:schemeClr val="dk1"/>
                    </a:solidFill>
                    <a:latin typeface="Meiryo"/>
                    <a:ea typeface="Meiryo"/>
                    <a:cs typeface="Meiryo"/>
                    <a:sym typeface="Meiryo"/>
                  </a:rPr>
                  <a:t>⑤</a:t>
                </a:r>
                <a:endParaRPr sz="2200" dirty="0">
                  <a:solidFill>
                    <a:schemeClr val="dk1"/>
                  </a:solidFill>
                  <a:latin typeface="Meiryo"/>
                  <a:ea typeface="Meiryo"/>
                  <a:cs typeface="Meiryo"/>
                  <a:sym typeface="Meiryo"/>
                </a:endParaRPr>
              </a:p>
            </p:txBody>
          </p:sp>
          <p:sp>
            <p:nvSpPr>
              <p:cNvPr id="257" name="Google Shape;257;p26"/>
              <p:cNvSpPr txBox="1"/>
              <p:nvPr/>
            </p:nvSpPr>
            <p:spPr>
              <a:xfrm>
                <a:off x="20118898" y="5288235"/>
                <a:ext cx="4419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dirty="0">
                    <a:solidFill>
                      <a:schemeClr val="dk1"/>
                    </a:solidFill>
                    <a:latin typeface="Meiryo"/>
                    <a:ea typeface="Meiryo"/>
                    <a:cs typeface="Meiryo"/>
                    <a:sym typeface="Meiryo"/>
                  </a:rPr>
                  <a:t>③</a:t>
                </a:r>
                <a:endParaRPr sz="2200" dirty="0">
                  <a:solidFill>
                    <a:schemeClr val="dk1"/>
                  </a:solidFill>
                  <a:latin typeface="Meiryo"/>
                  <a:ea typeface="Meiryo"/>
                  <a:cs typeface="Meiryo"/>
                  <a:sym typeface="Meiryo"/>
                </a:endParaRPr>
              </a:p>
            </p:txBody>
          </p:sp>
          <p:sp>
            <p:nvSpPr>
              <p:cNvPr id="258" name="Google Shape;258;p26"/>
              <p:cNvSpPr txBox="1"/>
              <p:nvPr/>
            </p:nvSpPr>
            <p:spPr>
              <a:xfrm>
                <a:off x="17300706" y="6780711"/>
                <a:ext cx="4419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a:solidFill>
                      <a:schemeClr val="dk1"/>
                    </a:solidFill>
                    <a:latin typeface="Meiryo"/>
                    <a:ea typeface="Meiryo"/>
                    <a:cs typeface="Meiryo"/>
                    <a:sym typeface="Meiryo"/>
                  </a:rPr>
                  <a:t>④</a:t>
                </a:r>
                <a:endParaRPr sz="2200">
                  <a:solidFill>
                    <a:schemeClr val="dk1"/>
                  </a:solidFill>
                  <a:latin typeface="Meiryo"/>
                  <a:ea typeface="Meiryo"/>
                  <a:cs typeface="Meiryo"/>
                  <a:sym typeface="Meiryo"/>
                </a:endParaRPr>
              </a:p>
            </p:txBody>
          </p:sp>
          <p:sp>
            <p:nvSpPr>
              <p:cNvPr id="259" name="Google Shape;259;p26"/>
              <p:cNvSpPr txBox="1"/>
              <p:nvPr/>
            </p:nvSpPr>
            <p:spPr>
              <a:xfrm>
                <a:off x="20009831" y="6795402"/>
                <a:ext cx="4419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200">
                    <a:solidFill>
                      <a:schemeClr val="dk1"/>
                    </a:solidFill>
                    <a:latin typeface="Meiryo"/>
                    <a:ea typeface="Meiryo"/>
                    <a:cs typeface="Meiryo"/>
                    <a:sym typeface="Meiryo"/>
                  </a:rPr>
                  <a:t>⑥</a:t>
                </a:r>
                <a:endParaRPr sz="2200">
                  <a:solidFill>
                    <a:schemeClr val="dk1"/>
                  </a:solidFill>
                  <a:latin typeface="Meiryo"/>
                  <a:ea typeface="Meiryo"/>
                  <a:cs typeface="Meiryo"/>
                  <a:sym typeface="Meiryo"/>
                </a:endParaRPr>
              </a:p>
            </p:txBody>
          </p:sp>
        </p:grpSp>
      </p:grpSp>
      <p:sp>
        <p:nvSpPr>
          <p:cNvPr id="11" name="正方形/長方形 10">
            <a:extLst>
              <a:ext uri="{FF2B5EF4-FFF2-40B4-BE49-F238E27FC236}">
                <a16:creationId xmlns:a16="http://schemas.microsoft.com/office/drawing/2014/main" id="{CF603D9D-7D52-EFA0-F870-3F57B8E3B581}"/>
              </a:ext>
            </a:extLst>
          </p:cNvPr>
          <p:cNvSpPr/>
          <p:nvPr/>
        </p:nvSpPr>
        <p:spPr>
          <a:xfrm>
            <a:off x="19583625" y="14309350"/>
            <a:ext cx="1800000" cy="810000"/>
          </a:xfrm>
          <a:prstGeom prst="rect">
            <a:avLst/>
          </a:prstGeom>
          <a:noFill/>
          <a:ln w="57150">
            <a:solidFill>
              <a:srgbClr val="0B53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 sz="4000" dirty="0">
                <a:solidFill>
                  <a:schemeClr val="tx1"/>
                </a:solidFill>
                <a:latin typeface="Meiryo"/>
                <a:ea typeface="Meiryo"/>
                <a:cs typeface="Meiryo"/>
                <a:sym typeface="Meiryo"/>
              </a:rPr>
              <a:t>SCE18</a:t>
            </a:r>
            <a:endParaRPr lang="en-US" altLang="ja-JP" sz="4000" dirty="0">
              <a:solidFill>
                <a:schemeClr val="tx1"/>
              </a:solidFill>
              <a:latin typeface="Meiryo"/>
              <a:ea typeface="Meiryo"/>
              <a:cs typeface="Meiryo"/>
              <a:sym typeface="Meiryo"/>
            </a:endParaRPr>
          </a:p>
        </p:txBody>
      </p:sp>
      <p:sp>
        <p:nvSpPr>
          <p:cNvPr id="13" name="テキスト ボックス 12">
            <a:extLst>
              <a:ext uri="{FF2B5EF4-FFF2-40B4-BE49-F238E27FC236}">
                <a16:creationId xmlns:a16="http://schemas.microsoft.com/office/drawing/2014/main" id="{F49D5BB4-87F5-528E-6103-F3157B45B793}"/>
              </a:ext>
            </a:extLst>
          </p:cNvPr>
          <p:cNvSpPr txBox="1"/>
          <p:nvPr/>
        </p:nvSpPr>
        <p:spPr>
          <a:xfrm>
            <a:off x="16535976" y="519445"/>
            <a:ext cx="1836554" cy="523220"/>
          </a:xfrm>
          <a:prstGeom prst="rect">
            <a:avLst/>
          </a:prstGeom>
          <a:noFill/>
        </p:spPr>
        <p:txBody>
          <a:bodyPr wrap="square" rtlCol="0">
            <a:spAutoFit/>
          </a:bodyPr>
          <a:lstStyle/>
          <a:p>
            <a:r>
              <a:rPr kumimoji="1" lang="en-US" altLang="ja-JP" sz="2800" dirty="0">
                <a:solidFill>
                  <a:schemeClr val="bg1"/>
                </a:solidFill>
                <a:latin typeface="メイリオ" panose="020B0604030504040204" pitchFamily="50" charset="-128"/>
                <a:ea typeface="メイリオ" panose="020B0604030504040204" pitchFamily="50" charset="-128"/>
              </a:rPr>
              <a:t>Sponsor:</a:t>
            </a:r>
            <a:endParaRPr kumimoji="1" lang="ja-JP" altLang="en-US" sz="2800" dirty="0">
              <a:solidFill>
                <a:schemeClr val="bg1"/>
              </a:solidFill>
              <a:latin typeface="メイリオ" panose="020B0604030504040204" pitchFamily="50" charset="-128"/>
              <a:ea typeface="メイリオ" panose="020B0604030504040204" pitchFamily="50" charset="-128"/>
            </a:endParaRPr>
          </a:p>
        </p:txBody>
      </p:sp>
      <p:cxnSp>
        <p:nvCxnSpPr>
          <p:cNvPr id="12" name="直線コネクタ 11">
            <a:extLst>
              <a:ext uri="{FF2B5EF4-FFF2-40B4-BE49-F238E27FC236}">
                <a16:creationId xmlns:a16="http://schemas.microsoft.com/office/drawing/2014/main" id="{03E1A82B-9258-7ADD-6B55-93F76528A09A}"/>
              </a:ext>
            </a:extLst>
          </p:cNvPr>
          <p:cNvCxnSpPr/>
          <p:nvPr/>
        </p:nvCxnSpPr>
        <p:spPr>
          <a:xfrm>
            <a:off x="3542030" y="11425572"/>
            <a:ext cx="7056000" cy="10532"/>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976EFBF1-6CBA-4DF0-61B3-BE479ECA8ACD}"/>
              </a:ext>
            </a:extLst>
          </p:cNvPr>
          <p:cNvCxnSpPr/>
          <p:nvPr/>
        </p:nvCxnSpPr>
        <p:spPr>
          <a:xfrm>
            <a:off x="7312943" y="1963915"/>
            <a:ext cx="3319608" cy="0"/>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718D67C0-E7DB-957B-3F50-9F3D08A0FE4F}"/>
              </a:ext>
            </a:extLst>
          </p:cNvPr>
          <p:cNvCxnSpPr>
            <a:cxnSpLocks/>
          </p:cNvCxnSpPr>
          <p:nvPr/>
        </p:nvCxnSpPr>
        <p:spPr>
          <a:xfrm>
            <a:off x="8121695" y="3670795"/>
            <a:ext cx="2523600" cy="0"/>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grpSp>
        <p:nvGrpSpPr>
          <p:cNvPr id="355" name="グループ化 354">
            <a:extLst>
              <a:ext uri="{FF2B5EF4-FFF2-40B4-BE49-F238E27FC236}">
                <a16:creationId xmlns:a16="http://schemas.microsoft.com/office/drawing/2014/main" id="{DCD9E099-6A20-3F7A-C317-ED7EC397F595}"/>
              </a:ext>
            </a:extLst>
          </p:cNvPr>
          <p:cNvGrpSpPr/>
          <p:nvPr/>
        </p:nvGrpSpPr>
        <p:grpSpPr>
          <a:xfrm>
            <a:off x="5561875" y="6170383"/>
            <a:ext cx="5096700" cy="3003300"/>
            <a:chOff x="5561875" y="6432511"/>
            <a:chExt cx="5096700" cy="3003300"/>
          </a:xfrm>
        </p:grpSpPr>
        <p:sp>
          <p:nvSpPr>
            <p:cNvPr id="206" name="Google Shape;206;p26"/>
            <p:cNvSpPr txBox="1"/>
            <p:nvPr/>
          </p:nvSpPr>
          <p:spPr>
            <a:xfrm>
              <a:off x="5561875" y="6432511"/>
              <a:ext cx="5096700" cy="3003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ja" sz="3000" b="1" dirty="0">
                  <a:solidFill>
                    <a:schemeClr val="dk1"/>
                  </a:solidFill>
                  <a:latin typeface="Meiryo"/>
                  <a:ea typeface="Meiryo"/>
                  <a:cs typeface="Meiryo"/>
                  <a:sym typeface="Meiryo"/>
                </a:rPr>
                <a:t>機体・</a:t>
              </a:r>
              <a:r>
                <a:rPr lang="ja-JP" altLang="en-US" sz="3000" b="1" dirty="0">
                  <a:solidFill>
                    <a:schemeClr val="dk1"/>
                  </a:solidFill>
                  <a:latin typeface="Meiryo"/>
                  <a:ea typeface="Meiryo"/>
                  <a:cs typeface="Meiryo"/>
                  <a:sym typeface="Meiryo"/>
                </a:rPr>
                <a:t>基板</a:t>
              </a:r>
              <a:r>
                <a:rPr lang="ja" sz="3000" b="1" dirty="0">
                  <a:solidFill>
                    <a:schemeClr val="dk1"/>
                  </a:solidFill>
                  <a:latin typeface="Meiryo"/>
                  <a:ea typeface="Meiryo"/>
                  <a:cs typeface="Meiryo"/>
                  <a:sym typeface="Meiryo"/>
                </a:rPr>
                <a:t>設計</a:t>
              </a:r>
              <a:br>
                <a:rPr lang="ja" sz="2000" b="1" dirty="0">
                  <a:solidFill>
                    <a:schemeClr val="dk1"/>
                  </a:solidFill>
                  <a:latin typeface="Meiryo"/>
                  <a:ea typeface="Meiryo"/>
                  <a:cs typeface="Meiryo"/>
                  <a:sym typeface="Meiryo"/>
                </a:rPr>
              </a:br>
              <a:r>
                <a:rPr lang="ja" sz="2000" dirty="0">
                  <a:solidFill>
                    <a:schemeClr val="dk1"/>
                  </a:solidFill>
                  <a:latin typeface="Meiryo"/>
                  <a:ea typeface="Meiryo"/>
                  <a:cs typeface="Meiryo"/>
                  <a:sym typeface="Meiryo"/>
                </a:rPr>
                <a:t>機体設計には</a:t>
              </a:r>
              <a:r>
                <a:rPr lang="ja" sz="2000" dirty="0">
                  <a:solidFill>
                    <a:schemeClr val="tx1"/>
                  </a:solidFill>
                  <a:latin typeface="Meiryo"/>
                  <a:ea typeface="Meiryo"/>
                  <a:cs typeface="Meiryo"/>
                  <a:sym typeface="Meiryo"/>
                </a:rPr>
                <a:t>Fusion 360、</a:t>
              </a:r>
              <a:br>
                <a:rPr lang="en-US" altLang="ja" sz="2000" dirty="0">
                  <a:solidFill>
                    <a:schemeClr val="tx1"/>
                  </a:solidFill>
                  <a:latin typeface="Meiryo"/>
                  <a:ea typeface="Meiryo"/>
                  <a:cs typeface="Meiryo"/>
                  <a:sym typeface="Meiryo"/>
                </a:rPr>
              </a:br>
              <a:r>
                <a:rPr lang="ja-JP" altLang="en-US" sz="2000" dirty="0">
                  <a:solidFill>
                    <a:schemeClr val="tx1"/>
                  </a:solidFill>
                  <a:latin typeface="Meiryo"/>
                  <a:ea typeface="Meiryo"/>
                  <a:cs typeface="Meiryo"/>
                  <a:sym typeface="Meiryo"/>
                </a:rPr>
                <a:t>基板</a:t>
              </a:r>
              <a:r>
                <a:rPr lang="ja" sz="2000" dirty="0">
                  <a:solidFill>
                    <a:schemeClr val="tx1"/>
                  </a:solidFill>
                  <a:latin typeface="Meiryo"/>
                  <a:ea typeface="Meiryo"/>
                  <a:cs typeface="Meiryo"/>
                  <a:sym typeface="Meiryo"/>
                </a:rPr>
                <a:t>設計にはKiCadを使用しました。KiCadで作成した基板データ</a:t>
              </a:r>
              <a:r>
                <a:rPr lang="ja-JP" altLang="en-US" sz="2000" dirty="0">
                  <a:solidFill>
                    <a:schemeClr val="tx1"/>
                  </a:solidFill>
                  <a:latin typeface="Meiryo"/>
                  <a:ea typeface="Meiryo"/>
                  <a:cs typeface="Meiryo"/>
                  <a:sym typeface="Meiryo"/>
                </a:rPr>
                <a:t>で</a:t>
              </a:r>
              <a:r>
                <a:rPr lang="ja" sz="2000" dirty="0">
                  <a:solidFill>
                    <a:schemeClr val="tx1"/>
                  </a:solidFill>
                  <a:latin typeface="Meiryo"/>
                  <a:ea typeface="Meiryo"/>
                  <a:cs typeface="Meiryo"/>
                  <a:sym typeface="Meiryo"/>
                </a:rPr>
                <a:t>JLCPCBに発注し、機体のボディは3Dプリンターで作成しています。試作</a:t>
              </a:r>
              <a:r>
                <a:rPr lang="ja" sz="2000" dirty="0">
                  <a:solidFill>
                    <a:schemeClr val="dk1"/>
                  </a:solidFill>
                  <a:latin typeface="Meiryo"/>
                  <a:ea typeface="Meiryo"/>
                  <a:cs typeface="Meiryo"/>
                  <a:sym typeface="Meiryo"/>
                </a:rPr>
                <a:t>を繰り返し、</a:t>
              </a:r>
              <a:br>
                <a:rPr lang="en-US" altLang="ja" sz="2000" dirty="0">
                  <a:solidFill>
                    <a:schemeClr val="dk1"/>
                  </a:solidFill>
                  <a:latin typeface="Meiryo"/>
                  <a:ea typeface="Meiryo"/>
                  <a:cs typeface="Meiryo"/>
                  <a:sym typeface="Meiryo"/>
                </a:rPr>
              </a:br>
              <a:r>
                <a:rPr lang="ja" sz="2000" dirty="0">
                  <a:solidFill>
                    <a:schemeClr val="dk1"/>
                  </a:solidFill>
                  <a:latin typeface="Meiryo"/>
                  <a:ea typeface="Meiryo"/>
                  <a:cs typeface="Meiryo"/>
                  <a:sym typeface="Meiryo"/>
                </a:rPr>
                <a:t>設計の改良を行いました。</a:t>
              </a:r>
              <a:endParaRPr sz="2000" b="1" dirty="0">
                <a:solidFill>
                  <a:schemeClr val="dk1"/>
                </a:solidFill>
                <a:latin typeface="Meiryo"/>
                <a:ea typeface="Meiryo"/>
                <a:cs typeface="Meiryo"/>
                <a:sym typeface="Meiryo"/>
              </a:endParaRPr>
            </a:p>
          </p:txBody>
        </p:sp>
        <p:cxnSp>
          <p:nvCxnSpPr>
            <p:cNvPr id="19" name="直線コネクタ 18">
              <a:extLst>
                <a:ext uri="{FF2B5EF4-FFF2-40B4-BE49-F238E27FC236}">
                  <a16:creationId xmlns:a16="http://schemas.microsoft.com/office/drawing/2014/main" id="{91FEEF67-7413-B162-4CC5-E4ECECB4333D}"/>
                </a:ext>
              </a:extLst>
            </p:cNvPr>
            <p:cNvCxnSpPr>
              <a:cxnSpLocks/>
            </p:cNvCxnSpPr>
            <p:nvPr/>
          </p:nvCxnSpPr>
          <p:spPr>
            <a:xfrm>
              <a:off x="8478467" y="6924384"/>
              <a:ext cx="2160000" cy="0"/>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EB8A9545-E258-64C2-3FF4-CA88CBE61B88}"/>
              </a:ext>
            </a:extLst>
          </p:cNvPr>
          <p:cNvGrpSpPr/>
          <p:nvPr/>
        </p:nvGrpSpPr>
        <p:grpSpPr>
          <a:xfrm>
            <a:off x="10989299" y="1733581"/>
            <a:ext cx="10244231" cy="553998"/>
            <a:chOff x="10989293" y="1872475"/>
            <a:chExt cx="9070553" cy="553998"/>
          </a:xfrm>
        </p:grpSpPr>
        <p:sp>
          <p:nvSpPr>
            <p:cNvPr id="4" name="テキスト ボックス 3">
              <a:extLst>
                <a:ext uri="{FF2B5EF4-FFF2-40B4-BE49-F238E27FC236}">
                  <a16:creationId xmlns:a16="http://schemas.microsoft.com/office/drawing/2014/main" id="{2D90D198-E6C6-9288-5A3A-CBFFF66EDEE4}"/>
                </a:ext>
              </a:extLst>
            </p:cNvPr>
            <p:cNvSpPr txBox="1"/>
            <p:nvPr/>
          </p:nvSpPr>
          <p:spPr>
            <a:xfrm>
              <a:off x="10989293" y="1872475"/>
              <a:ext cx="2992479" cy="553998"/>
            </a:xfrm>
            <a:prstGeom prst="rect">
              <a:avLst/>
            </a:prstGeom>
            <a:noFill/>
          </p:spPr>
          <p:txBody>
            <a:bodyPr wrap="square" rtlCol="0">
              <a:spAutoFit/>
            </a:bodyPr>
            <a:lstStyle/>
            <a:p>
              <a:r>
                <a:rPr kumimoji="1" lang="ja-JP" altLang="en-US" sz="3000" b="1" dirty="0">
                  <a:latin typeface="メイリオ" panose="020B0604030504040204" pitchFamily="50" charset="-128"/>
                  <a:ea typeface="メイリオ" panose="020B0604030504040204" pitchFamily="50" charset="-128"/>
                </a:rPr>
                <a:t>部分紹介</a:t>
              </a:r>
            </a:p>
          </p:txBody>
        </p:sp>
        <p:cxnSp>
          <p:nvCxnSpPr>
            <p:cNvPr id="20" name="直線コネクタ 19">
              <a:extLst>
                <a:ext uri="{FF2B5EF4-FFF2-40B4-BE49-F238E27FC236}">
                  <a16:creationId xmlns:a16="http://schemas.microsoft.com/office/drawing/2014/main" id="{EA67C76D-8CED-1415-02AC-956A9DC64BF2}"/>
                </a:ext>
              </a:extLst>
            </p:cNvPr>
            <p:cNvCxnSpPr>
              <a:cxnSpLocks/>
            </p:cNvCxnSpPr>
            <p:nvPr/>
          </p:nvCxnSpPr>
          <p:spPr>
            <a:xfrm>
              <a:off x="12569106" y="2091054"/>
              <a:ext cx="7490740" cy="0"/>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grpSp>
      <p:grpSp>
        <p:nvGrpSpPr>
          <p:cNvPr id="15" name="グループ化 14">
            <a:extLst>
              <a:ext uri="{FF2B5EF4-FFF2-40B4-BE49-F238E27FC236}">
                <a16:creationId xmlns:a16="http://schemas.microsoft.com/office/drawing/2014/main" id="{166EFF26-DC40-8AFB-72E0-480C1CE639BB}"/>
              </a:ext>
            </a:extLst>
          </p:cNvPr>
          <p:cNvGrpSpPr/>
          <p:nvPr/>
        </p:nvGrpSpPr>
        <p:grpSpPr>
          <a:xfrm>
            <a:off x="235141" y="6386793"/>
            <a:ext cx="5173107" cy="4413464"/>
            <a:chOff x="235141" y="6386793"/>
            <a:chExt cx="5173107" cy="4413464"/>
          </a:xfrm>
        </p:grpSpPr>
        <p:sp>
          <p:nvSpPr>
            <p:cNvPr id="200" name="Google Shape;200;p26"/>
            <p:cNvSpPr txBox="1"/>
            <p:nvPr/>
          </p:nvSpPr>
          <p:spPr>
            <a:xfrm>
              <a:off x="235141" y="6386793"/>
              <a:ext cx="3304880" cy="52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3000" b="1" dirty="0">
                  <a:solidFill>
                    <a:schemeClr val="dk1"/>
                  </a:solidFill>
                  <a:latin typeface="Meiryo"/>
                  <a:ea typeface="Meiryo"/>
                  <a:cs typeface="Meiryo"/>
                  <a:sym typeface="Meiryo"/>
                </a:rPr>
                <a:t>システム概要図</a:t>
              </a:r>
              <a:endParaRPr sz="3000" dirty="0">
                <a:solidFill>
                  <a:schemeClr val="dk1"/>
                </a:solidFill>
                <a:latin typeface="Meiryo"/>
                <a:ea typeface="Meiryo"/>
                <a:cs typeface="Meiryo"/>
                <a:sym typeface="Meiryo"/>
              </a:endParaRPr>
            </a:p>
          </p:txBody>
        </p:sp>
        <p:cxnSp>
          <p:nvCxnSpPr>
            <p:cNvPr id="23" name="直線コネクタ 22">
              <a:extLst>
                <a:ext uri="{FF2B5EF4-FFF2-40B4-BE49-F238E27FC236}">
                  <a16:creationId xmlns:a16="http://schemas.microsoft.com/office/drawing/2014/main" id="{B7693425-2BCF-7E83-B5E0-53BF59FF1AB3}"/>
                </a:ext>
              </a:extLst>
            </p:cNvPr>
            <p:cNvCxnSpPr>
              <a:cxnSpLocks/>
            </p:cNvCxnSpPr>
            <p:nvPr/>
          </p:nvCxnSpPr>
          <p:spPr>
            <a:xfrm>
              <a:off x="3158248" y="6660180"/>
              <a:ext cx="2250000" cy="0"/>
            </a:xfrm>
            <a:prstGeom prst="line">
              <a:avLst/>
            </a:prstGeom>
            <a:ln w="38100">
              <a:solidFill>
                <a:srgbClr val="0092D7"/>
              </a:solidFill>
            </a:ln>
          </p:spPr>
          <p:style>
            <a:lnRef idx="1">
              <a:schemeClr val="accent1"/>
            </a:lnRef>
            <a:fillRef idx="0">
              <a:schemeClr val="accent1"/>
            </a:fillRef>
            <a:effectRef idx="0">
              <a:schemeClr val="accent1"/>
            </a:effectRef>
            <a:fontRef idx="minor">
              <a:schemeClr val="tx1"/>
            </a:fontRef>
          </p:style>
        </p:cxnSp>
        <p:pic>
          <p:nvPicPr>
            <p:cNvPr id="352" name="図 351">
              <a:extLst>
                <a:ext uri="{FF2B5EF4-FFF2-40B4-BE49-F238E27FC236}">
                  <a16:creationId xmlns:a16="http://schemas.microsoft.com/office/drawing/2014/main" id="{5B9D3821-FA19-637D-69BA-08365C4B71E4}"/>
                </a:ext>
              </a:extLst>
            </p:cNvPr>
            <p:cNvPicPr>
              <a:picLocks noChangeAspect="1"/>
            </p:cNvPicPr>
            <p:nvPr/>
          </p:nvPicPr>
          <p:blipFill>
            <a:blip r:embed="rId20"/>
            <a:stretch>
              <a:fillRect/>
            </a:stretch>
          </p:blipFill>
          <p:spPr>
            <a:xfrm>
              <a:off x="258702" y="7003796"/>
              <a:ext cx="5106422" cy="3796461"/>
            </a:xfrm>
            <a:prstGeom prst="rect">
              <a:avLst/>
            </a:prstGeom>
          </p:spPr>
        </p:pic>
      </p:grpSp>
      <p:pic>
        <p:nvPicPr>
          <p:cNvPr id="362" name="図 361">
            <a:extLst>
              <a:ext uri="{FF2B5EF4-FFF2-40B4-BE49-F238E27FC236}">
                <a16:creationId xmlns:a16="http://schemas.microsoft.com/office/drawing/2014/main" id="{F470DE21-7747-8CC5-4A54-BFC385F54C3C}"/>
              </a:ext>
            </a:extLst>
          </p:cNvPr>
          <p:cNvPicPr>
            <a:picLocks noChangeAspect="1"/>
          </p:cNvPicPr>
          <p:nvPr/>
        </p:nvPicPr>
        <p:blipFill>
          <a:blip r:embed="rId21"/>
          <a:stretch>
            <a:fillRect/>
          </a:stretch>
        </p:blipFill>
        <p:spPr>
          <a:xfrm>
            <a:off x="8164594" y="10178251"/>
            <a:ext cx="1691577" cy="900000"/>
          </a:xfrm>
          <a:prstGeom prst="rect">
            <a:avLst/>
          </a:prstGeom>
        </p:spPr>
      </p:pic>
      <p:pic>
        <p:nvPicPr>
          <p:cNvPr id="364" name="図 363">
            <a:extLst>
              <a:ext uri="{FF2B5EF4-FFF2-40B4-BE49-F238E27FC236}">
                <a16:creationId xmlns:a16="http://schemas.microsoft.com/office/drawing/2014/main" id="{0F5FCBA8-51CD-3457-5D68-B079EBCD00C4}"/>
              </a:ext>
            </a:extLst>
          </p:cNvPr>
          <p:cNvPicPr>
            <a:picLocks noChangeAspect="1"/>
          </p:cNvPicPr>
          <p:nvPr/>
        </p:nvPicPr>
        <p:blipFill>
          <a:blip r:embed="rId22"/>
          <a:stretch>
            <a:fillRect/>
          </a:stretch>
        </p:blipFill>
        <p:spPr>
          <a:xfrm>
            <a:off x="5489470" y="10191220"/>
            <a:ext cx="2233995" cy="898575"/>
          </a:xfrm>
          <a:prstGeom prst="rect">
            <a:avLst/>
          </a:prstGeom>
        </p:spPr>
      </p:pic>
      <p:pic>
        <p:nvPicPr>
          <p:cNvPr id="10" name="図 9">
            <a:extLst>
              <a:ext uri="{FF2B5EF4-FFF2-40B4-BE49-F238E27FC236}">
                <a16:creationId xmlns:a16="http://schemas.microsoft.com/office/drawing/2014/main" id="{2BC4FD3A-CC5F-7AA4-6F23-CCA193ACB953}"/>
              </a:ext>
            </a:extLst>
          </p:cNvPr>
          <p:cNvPicPr>
            <a:picLocks noChangeAspect="1"/>
          </p:cNvPicPr>
          <p:nvPr/>
        </p:nvPicPr>
        <p:blipFill>
          <a:blip r:embed="rId23"/>
          <a:srcRect t="7809" b="24262"/>
          <a:stretch>
            <a:fillRect/>
          </a:stretch>
        </p:blipFill>
        <p:spPr>
          <a:xfrm>
            <a:off x="226395" y="1714367"/>
            <a:ext cx="5106076" cy="4555325"/>
          </a:xfrm>
          <a:prstGeom prst="rect">
            <a:avLst/>
          </a:prstGeom>
        </p:spPr>
      </p:pic>
      <p:sp>
        <p:nvSpPr>
          <p:cNvPr id="44" name="吹き出し: 四角形 43">
            <a:extLst>
              <a:ext uri="{FF2B5EF4-FFF2-40B4-BE49-F238E27FC236}">
                <a16:creationId xmlns:a16="http://schemas.microsoft.com/office/drawing/2014/main" id="{8B24EDD4-FBB8-9767-A5E6-D193FC66AFF3}"/>
              </a:ext>
            </a:extLst>
          </p:cNvPr>
          <p:cNvSpPr/>
          <p:nvPr/>
        </p:nvSpPr>
        <p:spPr>
          <a:xfrm>
            <a:off x="2985702" y="2865317"/>
            <a:ext cx="2302787" cy="472168"/>
          </a:xfrm>
          <a:prstGeom prst="wedgeRectCallout">
            <a:avLst>
              <a:gd name="adj1" fmla="val 7887"/>
              <a:gd name="adj2" fmla="val 115706"/>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800" b="1">
                <a:solidFill>
                  <a:schemeClr val="bg1"/>
                </a:solidFill>
                <a:latin typeface="メイリオ" panose="020B0604030504040204" pitchFamily="50" charset="-128"/>
                <a:ea typeface="メイリオ" panose="020B0604030504040204" pitchFamily="50" charset="-128"/>
              </a:rPr>
              <a:t>Defense Robot</a:t>
            </a:r>
            <a:endParaRPr kumimoji="1" lang="ja-JP" altLang="en-US" sz="1800" b="1" dirty="0">
              <a:solidFill>
                <a:schemeClr val="bg1"/>
              </a:solidFill>
              <a:latin typeface="メイリオ" panose="020B0604030504040204" pitchFamily="50" charset="-128"/>
              <a:ea typeface="メイリオ" panose="020B0604030504040204" pitchFamily="50" charset="-128"/>
            </a:endParaRPr>
          </a:p>
        </p:txBody>
      </p:sp>
      <p:sp>
        <p:nvSpPr>
          <p:cNvPr id="45" name="吹き出し: 四角形 44">
            <a:extLst>
              <a:ext uri="{FF2B5EF4-FFF2-40B4-BE49-F238E27FC236}">
                <a16:creationId xmlns:a16="http://schemas.microsoft.com/office/drawing/2014/main" id="{7F5AB312-1394-A024-BA22-A5FF55212734}"/>
              </a:ext>
            </a:extLst>
          </p:cNvPr>
          <p:cNvSpPr/>
          <p:nvPr/>
        </p:nvSpPr>
        <p:spPr>
          <a:xfrm>
            <a:off x="304080" y="2865317"/>
            <a:ext cx="2302787" cy="472168"/>
          </a:xfrm>
          <a:prstGeom prst="wedgeRectCallout">
            <a:avLst>
              <a:gd name="adj1" fmla="val -11966"/>
              <a:gd name="adj2" fmla="val 117858"/>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800" b="1" dirty="0">
                <a:solidFill>
                  <a:schemeClr val="tx1"/>
                </a:solidFill>
                <a:latin typeface="メイリオ" panose="020B0604030504040204" pitchFamily="50" charset="-128"/>
                <a:ea typeface="メイリオ" panose="020B0604030504040204" pitchFamily="50" charset="-128"/>
              </a:rPr>
              <a:t>Offense Robot</a:t>
            </a:r>
            <a:endParaRPr kumimoji="1" lang="ja-JP" altLang="en-US" sz="1800" b="1"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TotalTime>
  <Words>684</Words>
  <Application>Microsoft Office PowerPoint</Application>
  <PresentationFormat>ユーザー設定</PresentationFormat>
  <Paragraphs>83</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Meiryo</vt:lpstr>
      <vt:lpstr>Meiryo</vt:lpstr>
      <vt:lpstr>Arial</vt:lpstr>
      <vt:lpstr>Calibri</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巽智陽</dc:creator>
  <cp:lastModifiedBy>智陽 巽</cp:lastModifiedBy>
  <cp:revision>11</cp:revision>
  <cp:lastPrinted>2026-01-11T07:02:19Z</cp:lastPrinted>
  <dcterms:modified xsi:type="dcterms:W3CDTF">2026-01-11T08:05:36Z</dcterms:modified>
</cp:coreProperties>
</file>