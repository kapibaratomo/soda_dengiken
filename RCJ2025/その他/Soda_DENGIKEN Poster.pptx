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sldIdLst>
    <p:sldId id="256" r:id="rId2"/>
    <p:sldId id="257" r:id="rId3"/>
  </p:sldIdLst>
  <p:sldSz cx="21383625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E1C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3848" autoAdjust="0"/>
  </p:normalViewPr>
  <p:slideViewPr>
    <p:cSldViewPr snapToGrid="0">
      <p:cViewPr>
        <p:scale>
          <a:sx n="300" d="100"/>
          <a:sy n="300" d="100"/>
        </p:scale>
        <p:origin x="475" y="-18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17EF26-B466-4658-889C-D0A64F1356F0}" type="datetimeFigureOut">
              <a:rPr kumimoji="1" lang="ja-JP" altLang="en-US" smtClean="0"/>
              <a:t>2025/3/24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06416-2DBD-48A2-803D-AE4A62E7A3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594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941875" rtl="0" eaLnBrk="1" latinLnBrk="0" hangingPunct="1">
      <a:defRPr kumimoji="1" sz="2548" kern="1200">
        <a:solidFill>
          <a:schemeClr val="tx1"/>
        </a:solidFill>
        <a:latin typeface="+mn-lt"/>
        <a:ea typeface="+mn-ea"/>
        <a:cs typeface="+mn-cs"/>
      </a:defRPr>
    </a:lvl1pPr>
    <a:lvl2pPr marL="970937" algn="l" defTabSz="1941875" rtl="0" eaLnBrk="1" latinLnBrk="0" hangingPunct="1">
      <a:defRPr kumimoji="1" sz="2548" kern="1200">
        <a:solidFill>
          <a:schemeClr val="tx1"/>
        </a:solidFill>
        <a:latin typeface="+mn-lt"/>
        <a:ea typeface="+mn-ea"/>
        <a:cs typeface="+mn-cs"/>
      </a:defRPr>
    </a:lvl2pPr>
    <a:lvl3pPr marL="1941875" algn="l" defTabSz="1941875" rtl="0" eaLnBrk="1" latinLnBrk="0" hangingPunct="1">
      <a:defRPr kumimoji="1" sz="2548" kern="1200">
        <a:solidFill>
          <a:schemeClr val="tx1"/>
        </a:solidFill>
        <a:latin typeface="+mn-lt"/>
        <a:ea typeface="+mn-ea"/>
        <a:cs typeface="+mn-cs"/>
      </a:defRPr>
    </a:lvl3pPr>
    <a:lvl4pPr marL="2912812" algn="l" defTabSz="1941875" rtl="0" eaLnBrk="1" latinLnBrk="0" hangingPunct="1">
      <a:defRPr kumimoji="1" sz="2548" kern="1200">
        <a:solidFill>
          <a:schemeClr val="tx1"/>
        </a:solidFill>
        <a:latin typeface="+mn-lt"/>
        <a:ea typeface="+mn-ea"/>
        <a:cs typeface="+mn-cs"/>
      </a:defRPr>
    </a:lvl4pPr>
    <a:lvl5pPr marL="3883749" algn="l" defTabSz="1941875" rtl="0" eaLnBrk="1" latinLnBrk="0" hangingPunct="1">
      <a:defRPr kumimoji="1" sz="2548" kern="1200">
        <a:solidFill>
          <a:schemeClr val="tx1"/>
        </a:solidFill>
        <a:latin typeface="+mn-lt"/>
        <a:ea typeface="+mn-ea"/>
        <a:cs typeface="+mn-cs"/>
      </a:defRPr>
    </a:lvl5pPr>
    <a:lvl6pPr marL="4854687" algn="l" defTabSz="1941875" rtl="0" eaLnBrk="1" latinLnBrk="0" hangingPunct="1">
      <a:defRPr kumimoji="1" sz="2548" kern="1200">
        <a:solidFill>
          <a:schemeClr val="tx1"/>
        </a:solidFill>
        <a:latin typeface="+mn-lt"/>
        <a:ea typeface="+mn-ea"/>
        <a:cs typeface="+mn-cs"/>
      </a:defRPr>
    </a:lvl6pPr>
    <a:lvl7pPr marL="5825624" algn="l" defTabSz="1941875" rtl="0" eaLnBrk="1" latinLnBrk="0" hangingPunct="1">
      <a:defRPr kumimoji="1" sz="2548" kern="1200">
        <a:solidFill>
          <a:schemeClr val="tx1"/>
        </a:solidFill>
        <a:latin typeface="+mn-lt"/>
        <a:ea typeface="+mn-ea"/>
        <a:cs typeface="+mn-cs"/>
      </a:defRPr>
    </a:lvl7pPr>
    <a:lvl8pPr marL="6796561" algn="l" defTabSz="1941875" rtl="0" eaLnBrk="1" latinLnBrk="0" hangingPunct="1">
      <a:defRPr kumimoji="1" sz="2548" kern="1200">
        <a:solidFill>
          <a:schemeClr val="tx1"/>
        </a:solidFill>
        <a:latin typeface="+mn-lt"/>
        <a:ea typeface="+mn-ea"/>
        <a:cs typeface="+mn-cs"/>
      </a:defRPr>
    </a:lvl8pPr>
    <a:lvl9pPr marL="7767499" algn="l" defTabSz="1941875" rtl="0" eaLnBrk="1" latinLnBrk="0" hangingPunct="1">
      <a:defRPr kumimoji="1" sz="254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06416-2DBD-48A2-803D-AE4A62E7A33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896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06416-2DBD-48A2-803D-AE4A62E7A33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423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2474395"/>
            <a:ext cx="18176081" cy="5263774"/>
          </a:xfrm>
        </p:spPr>
        <p:txBody>
          <a:bodyPr anchor="b"/>
          <a:lstStyle>
            <a:lvl1pPr algn="ctr">
              <a:defRPr sz="1322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7941160"/>
            <a:ext cx="16037719" cy="3650342"/>
          </a:xfrm>
        </p:spPr>
        <p:txBody>
          <a:bodyPr/>
          <a:lstStyle>
            <a:lvl1pPr marL="0" indent="0" algn="ctr">
              <a:buNone/>
              <a:defRPr sz="5291"/>
            </a:lvl1pPr>
            <a:lvl2pPr marL="1007943" indent="0" algn="ctr">
              <a:buNone/>
              <a:defRPr sz="4409"/>
            </a:lvl2pPr>
            <a:lvl3pPr marL="2015886" indent="0" algn="ctr">
              <a:buNone/>
              <a:defRPr sz="3968"/>
            </a:lvl3pPr>
            <a:lvl4pPr marL="3023829" indent="0" algn="ctr">
              <a:buNone/>
              <a:defRPr sz="3527"/>
            </a:lvl4pPr>
            <a:lvl5pPr marL="4031772" indent="0" algn="ctr">
              <a:buNone/>
              <a:defRPr sz="3527"/>
            </a:lvl5pPr>
            <a:lvl6pPr marL="5039716" indent="0" algn="ctr">
              <a:buNone/>
              <a:defRPr sz="3527"/>
            </a:lvl6pPr>
            <a:lvl7pPr marL="6047659" indent="0" algn="ctr">
              <a:buNone/>
              <a:defRPr sz="3527"/>
            </a:lvl7pPr>
            <a:lvl8pPr marL="7055602" indent="0" algn="ctr">
              <a:buNone/>
              <a:defRPr sz="3527"/>
            </a:lvl8pPr>
            <a:lvl9pPr marL="8063545" indent="0" algn="ctr">
              <a:buNone/>
              <a:defRPr sz="3527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0A5D-1EA0-4048-AD41-05B854DDA777}" type="datetimeFigureOut">
              <a:rPr kumimoji="1" lang="ja-JP" altLang="en-US" smtClean="0"/>
              <a:t>2025/3/24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DA62-BD8A-4503-9370-97D0D7741F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1260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0A5D-1EA0-4048-AD41-05B854DDA777}" type="datetimeFigureOut">
              <a:rPr kumimoji="1" lang="ja-JP" altLang="en-US" smtClean="0"/>
              <a:t>2025/3/24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DA62-BD8A-4503-9370-97D0D7741F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4195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3769342"/>
            <a:ext cx="18443377" cy="6289229"/>
          </a:xfrm>
        </p:spPr>
        <p:txBody>
          <a:bodyPr anchor="b"/>
          <a:lstStyle>
            <a:lvl1pPr>
              <a:defRPr sz="1322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10118069"/>
            <a:ext cx="18443377" cy="3307357"/>
          </a:xfrm>
        </p:spPr>
        <p:txBody>
          <a:bodyPr/>
          <a:lstStyle>
            <a:lvl1pPr marL="0" indent="0">
              <a:buNone/>
              <a:defRPr sz="5291">
                <a:solidFill>
                  <a:schemeClr val="tx1"/>
                </a:solidFill>
              </a:defRPr>
            </a:lvl1pPr>
            <a:lvl2pPr marL="1007943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2pPr>
            <a:lvl3pPr marL="2015886" indent="0">
              <a:buNone/>
              <a:defRPr sz="3968">
                <a:solidFill>
                  <a:schemeClr val="tx1">
                    <a:tint val="75000"/>
                  </a:schemeClr>
                </a:solidFill>
              </a:defRPr>
            </a:lvl3pPr>
            <a:lvl4pPr marL="3023829" indent="0">
              <a:buNone/>
              <a:defRPr sz="3527">
                <a:solidFill>
                  <a:schemeClr val="tx1">
                    <a:tint val="75000"/>
                  </a:schemeClr>
                </a:solidFill>
              </a:defRPr>
            </a:lvl4pPr>
            <a:lvl5pPr marL="4031772" indent="0">
              <a:buNone/>
              <a:defRPr sz="3527">
                <a:solidFill>
                  <a:schemeClr val="tx1">
                    <a:tint val="75000"/>
                  </a:schemeClr>
                </a:solidFill>
              </a:defRPr>
            </a:lvl5pPr>
            <a:lvl6pPr marL="5039716" indent="0">
              <a:buNone/>
              <a:defRPr sz="3527">
                <a:solidFill>
                  <a:schemeClr val="tx1">
                    <a:tint val="75000"/>
                  </a:schemeClr>
                </a:solidFill>
              </a:defRPr>
            </a:lvl6pPr>
            <a:lvl7pPr marL="6047659" indent="0">
              <a:buNone/>
              <a:defRPr sz="3527">
                <a:solidFill>
                  <a:schemeClr val="tx1">
                    <a:tint val="75000"/>
                  </a:schemeClr>
                </a:solidFill>
              </a:defRPr>
            </a:lvl7pPr>
            <a:lvl8pPr marL="7055602" indent="0">
              <a:buNone/>
              <a:defRPr sz="3527">
                <a:solidFill>
                  <a:schemeClr val="tx1">
                    <a:tint val="75000"/>
                  </a:schemeClr>
                </a:solidFill>
              </a:defRPr>
            </a:lvl8pPr>
            <a:lvl9pPr marL="8063545" indent="0">
              <a:buNone/>
              <a:defRPr sz="35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0A5D-1EA0-4048-AD41-05B854DDA777}" type="datetimeFigureOut">
              <a:rPr kumimoji="1" lang="ja-JP" altLang="en-US" smtClean="0"/>
              <a:t>2025/3/24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DA62-BD8A-4503-9370-97D0D7741F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0644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4024827"/>
            <a:ext cx="9088041" cy="959308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4024827"/>
            <a:ext cx="9088041" cy="959308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0A5D-1EA0-4048-AD41-05B854DDA777}" type="datetimeFigureOut">
              <a:rPr kumimoji="1" lang="ja-JP" altLang="en-US" smtClean="0"/>
              <a:t>2025/3/24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DA62-BD8A-4503-9370-97D0D7741F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1820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804969"/>
            <a:ext cx="18443377" cy="292237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3706342"/>
            <a:ext cx="9046274" cy="1816421"/>
          </a:xfrm>
        </p:spPr>
        <p:txBody>
          <a:bodyPr anchor="b"/>
          <a:lstStyle>
            <a:lvl1pPr marL="0" indent="0">
              <a:buNone/>
              <a:defRPr sz="5291" b="1"/>
            </a:lvl1pPr>
            <a:lvl2pPr marL="1007943" indent="0">
              <a:buNone/>
              <a:defRPr sz="4409" b="1"/>
            </a:lvl2pPr>
            <a:lvl3pPr marL="2015886" indent="0">
              <a:buNone/>
              <a:defRPr sz="3968" b="1"/>
            </a:lvl3pPr>
            <a:lvl4pPr marL="3023829" indent="0">
              <a:buNone/>
              <a:defRPr sz="3527" b="1"/>
            </a:lvl4pPr>
            <a:lvl5pPr marL="4031772" indent="0">
              <a:buNone/>
              <a:defRPr sz="3527" b="1"/>
            </a:lvl5pPr>
            <a:lvl6pPr marL="5039716" indent="0">
              <a:buNone/>
              <a:defRPr sz="3527" b="1"/>
            </a:lvl6pPr>
            <a:lvl7pPr marL="6047659" indent="0">
              <a:buNone/>
              <a:defRPr sz="3527" b="1"/>
            </a:lvl7pPr>
            <a:lvl8pPr marL="7055602" indent="0">
              <a:buNone/>
              <a:defRPr sz="3527" b="1"/>
            </a:lvl8pPr>
            <a:lvl9pPr marL="8063545" indent="0">
              <a:buNone/>
              <a:defRPr sz="352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5522763"/>
            <a:ext cx="9046274" cy="812315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3706342"/>
            <a:ext cx="9090826" cy="1816421"/>
          </a:xfrm>
        </p:spPr>
        <p:txBody>
          <a:bodyPr anchor="b"/>
          <a:lstStyle>
            <a:lvl1pPr marL="0" indent="0">
              <a:buNone/>
              <a:defRPr sz="5291" b="1"/>
            </a:lvl1pPr>
            <a:lvl2pPr marL="1007943" indent="0">
              <a:buNone/>
              <a:defRPr sz="4409" b="1"/>
            </a:lvl2pPr>
            <a:lvl3pPr marL="2015886" indent="0">
              <a:buNone/>
              <a:defRPr sz="3968" b="1"/>
            </a:lvl3pPr>
            <a:lvl4pPr marL="3023829" indent="0">
              <a:buNone/>
              <a:defRPr sz="3527" b="1"/>
            </a:lvl4pPr>
            <a:lvl5pPr marL="4031772" indent="0">
              <a:buNone/>
              <a:defRPr sz="3527" b="1"/>
            </a:lvl5pPr>
            <a:lvl6pPr marL="5039716" indent="0">
              <a:buNone/>
              <a:defRPr sz="3527" b="1"/>
            </a:lvl6pPr>
            <a:lvl7pPr marL="6047659" indent="0">
              <a:buNone/>
              <a:defRPr sz="3527" b="1"/>
            </a:lvl7pPr>
            <a:lvl8pPr marL="7055602" indent="0">
              <a:buNone/>
              <a:defRPr sz="3527" b="1"/>
            </a:lvl8pPr>
            <a:lvl9pPr marL="8063545" indent="0">
              <a:buNone/>
              <a:defRPr sz="352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5522763"/>
            <a:ext cx="9090826" cy="812315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0A5D-1EA0-4048-AD41-05B854DDA777}" type="datetimeFigureOut">
              <a:rPr kumimoji="1" lang="ja-JP" altLang="en-US" smtClean="0"/>
              <a:t>2025/3/24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DA62-BD8A-4503-9370-97D0D7741F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5304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0A5D-1EA0-4048-AD41-05B854DDA777}" type="datetimeFigureOut">
              <a:rPr kumimoji="1" lang="ja-JP" altLang="en-US" smtClean="0"/>
              <a:t>2025/3/24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DA62-BD8A-4503-9370-97D0D7741F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7919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0A5D-1EA0-4048-AD41-05B854DDA777}" type="datetimeFigureOut">
              <a:rPr kumimoji="1" lang="ja-JP" altLang="en-US" smtClean="0"/>
              <a:t>2025/3/24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DA62-BD8A-4503-9370-97D0D7741F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4910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007957"/>
            <a:ext cx="6896776" cy="3527848"/>
          </a:xfrm>
        </p:spPr>
        <p:txBody>
          <a:bodyPr anchor="b"/>
          <a:lstStyle>
            <a:lvl1pPr>
              <a:defRPr sz="705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2176910"/>
            <a:ext cx="10825460" cy="10744538"/>
          </a:xfrm>
        </p:spPr>
        <p:txBody>
          <a:bodyPr/>
          <a:lstStyle>
            <a:lvl1pPr>
              <a:defRPr sz="7055"/>
            </a:lvl1pPr>
            <a:lvl2pPr>
              <a:defRPr sz="6173"/>
            </a:lvl2pPr>
            <a:lvl3pPr>
              <a:defRPr sz="5291"/>
            </a:lvl3pPr>
            <a:lvl4pPr>
              <a:defRPr sz="4409"/>
            </a:lvl4pPr>
            <a:lvl5pPr>
              <a:defRPr sz="4409"/>
            </a:lvl5pPr>
            <a:lvl6pPr>
              <a:defRPr sz="4409"/>
            </a:lvl6pPr>
            <a:lvl7pPr>
              <a:defRPr sz="4409"/>
            </a:lvl7pPr>
            <a:lvl8pPr>
              <a:defRPr sz="4409"/>
            </a:lvl8pPr>
            <a:lvl9pPr>
              <a:defRPr sz="4409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4535805"/>
            <a:ext cx="6896776" cy="8403140"/>
          </a:xfrm>
        </p:spPr>
        <p:txBody>
          <a:bodyPr/>
          <a:lstStyle>
            <a:lvl1pPr marL="0" indent="0">
              <a:buNone/>
              <a:defRPr sz="3527"/>
            </a:lvl1pPr>
            <a:lvl2pPr marL="1007943" indent="0">
              <a:buNone/>
              <a:defRPr sz="3086"/>
            </a:lvl2pPr>
            <a:lvl3pPr marL="2015886" indent="0">
              <a:buNone/>
              <a:defRPr sz="2646"/>
            </a:lvl3pPr>
            <a:lvl4pPr marL="3023829" indent="0">
              <a:buNone/>
              <a:defRPr sz="2205"/>
            </a:lvl4pPr>
            <a:lvl5pPr marL="4031772" indent="0">
              <a:buNone/>
              <a:defRPr sz="2205"/>
            </a:lvl5pPr>
            <a:lvl6pPr marL="5039716" indent="0">
              <a:buNone/>
              <a:defRPr sz="2205"/>
            </a:lvl6pPr>
            <a:lvl7pPr marL="6047659" indent="0">
              <a:buNone/>
              <a:defRPr sz="2205"/>
            </a:lvl7pPr>
            <a:lvl8pPr marL="7055602" indent="0">
              <a:buNone/>
              <a:defRPr sz="2205"/>
            </a:lvl8pPr>
            <a:lvl9pPr marL="8063545" indent="0">
              <a:buNone/>
              <a:defRPr sz="2205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0A5D-1EA0-4048-AD41-05B854DDA777}" type="datetimeFigureOut">
              <a:rPr kumimoji="1" lang="ja-JP" altLang="en-US" smtClean="0"/>
              <a:t>2025/3/24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DA62-BD8A-4503-9370-97D0D7741F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0307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007957"/>
            <a:ext cx="6896776" cy="3527848"/>
          </a:xfrm>
        </p:spPr>
        <p:txBody>
          <a:bodyPr anchor="b"/>
          <a:lstStyle>
            <a:lvl1pPr>
              <a:defRPr sz="705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2176910"/>
            <a:ext cx="10825460" cy="10744538"/>
          </a:xfrm>
        </p:spPr>
        <p:txBody>
          <a:bodyPr anchor="t"/>
          <a:lstStyle>
            <a:lvl1pPr marL="0" indent="0">
              <a:buNone/>
              <a:defRPr sz="7055"/>
            </a:lvl1pPr>
            <a:lvl2pPr marL="1007943" indent="0">
              <a:buNone/>
              <a:defRPr sz="6173"/>
            </a:lvl2pPr>
            <a:lvl3pPr marL="2015886" indent="0">
              <a:buNone/>
              <a:defRPr sz="5291"/>
            </a:lvl3pPr>
            <a:lvl4pPr marL="3023829" indent="0">
              <a:buNone/>
              <a:defRPr sz="4409"/>
            </a:lvl4pPr>
            <a:lvl5pPr marL="4031772" indent="0">
              <a:buNone/>
              <a:defRPr sz="4409"/>
            </a:lvl5pPr>
            <a:lvl6pPr marL="5039716" indent="0">
              <a:buNone/>
              <a:defRPr sz="4409"/>
            </a:lvl6pPr>
            <a:lvl7pPr marL="6047659" indent="0">
              <a:buNone/>
              <a:defRPr sz="4409"/>
            </a:lvl7pPr>
            <a:lvl8pPr marL="7055602" indent="0">
              <a:buNone/>
              <a:defRPr sz="4409"/>
            </a:lvl8pPr>
            <a:lvl9pPr marL="8063545" indent="0">
              <a:buNone/>
              <a:defRPr sz="4409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4535805"/>
            <a:ext cx="6896776" cy="8403140"/>
          </a:xfrm>
        </p:spPr>
        <p:txBody>
          <a:bodyPr/>
          <a:lstStyle>
            <a:lvl1pPr marL="0" indent="0">
              <a:buNone/>
              <a:defRPr sz="3527"/>
            </a:lvl1pPr>
            <a:lvl2pPr marL="1007943" indent="0">
              <a:buNone/>
              <a:defRPr sz="3086"/>
            </a:lvl2pPr>
            <a:lvl3pPr marL="2015886" indent="0">
              <a:buNone/>
              <a:defRPr sz="2646"/>
            </a:lvl3pPr>
            <a:lvl4pPr marL="3023829" indent="0">
              <a:buNone/>
              <a:defRPr sz="2205"/>
            </a:lvl4pPr>
            <a:lvl5pPr marL="4031772" indent="0">
              <a:buNone/>
              <a:defRPr sz="2205"/>
            </a:lvl5pPr>
            <a:lvl6pPr marL="5039716" indent="0">
              <a:buNone/>
              <a:defRPr sz="2205"/>
            </a:lvl6pPr>
            <a:lvl7pPr marL="6047659" indent="0">
              <a:buNone/>
              <a:defRPr sz="2205"/>
            </a:lvl7pPr>
            <a:lvl8pPr marL="7055602" indent="0">
              <a:buNone/>
              <a:defRPr sz="2205"/>
            </a:lvl8pPr>
            <a:lvl9pPr marL="8063545" indent="0">
              <a:buNone/>
              <a:defRPr sz="2205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0A5D-1EA0-4048-AD41-05B854DDA777}" type="datetimeFigureOut">
              <a:rPr kumimoji="1" lang="ja-JP" altLang="en-US" smtClean="0"/>
              <a:t>2025/3/24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DA62-BD8A-4503-9370-97D0D7741F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905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0A5D-1EA0-4048-AD41-05B854DDA777}" type="datetimeFigureOut">
              <a:rPr kumimoji="1" lang="ja-JP" altLang="en-US" smtClean="0"/>
              <a:t>2025/3/24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DA62-BD8A-4503-9370-97D0D7741F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207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804966"/>
            <a:ext cx="4610844" cy="1281295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804966"/>
            <a:ext cx="13565237" cy="1281295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0A5D-1EA0-4048-AD41-05B854DDA777}" type="datetimeFigureOut">
              <a:rPr kumimoji="1" lang="ja-JP" altLang="en-US" smtClean="0"/>
              <a:t>2025/3/24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DA62-BD8A-4503-9370-97D0D7741F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0501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804969"/>
            <a:ext cx="18443377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4024827"/>
            <a:ext cx="18443377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14013401"/>
            <a:ext cx="4811316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6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E0A5D-1EA0-4048-AD41-05B854DDA777}" type="datetimeFigureOut">
              <a:rPr kumimoji="1" lang="ja-JP" altLang="en-US" smtClean="0"/>
              <a:t>2025/3/24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14013401"/>
            <a:ext cx="7216973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6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14013401"/>
            <a:ext cx="4811316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3DA62-BD8A-4503-9370-97D0D7741F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9172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015886" rtl="0" eaLnBrk="1" latinLnBrk="0" hangingPunct="1">
        <a:lnSpc>
          <a:spcPct val="90000"/>
        </a:lnSpc>
        <a:spcBef>
          <a:spcPct val="0"/>
        </a:spcBef>
        <a:buNone/>
        <a:defRPr kumimoji="1" sz="9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03972" indent="-503972" algn="l" defTabSz="2015886" rtl="0" eaLnBrk="1" latinLnBrk="0" hangingPunct="1">
        <a:lnSpc>
          <a:spcPct val="90000"/>
        </a:lnSpc>
        <a:spcBef>
          <a:spcPts val="2205"/>
        </a:spcBef>
        <a:buFont typeface="Arial" panose="020B0604020202020204" pitchFamily="34" charset="0"/>
        <a:buChar char="•"/>
        <a:defRPr kumimoji="1" sz="6173" kern="1200">
          <a:solidFill>
            <a:schemeClr val="tx1"/>
          </a:solidFill>
          <a:latin typeface="+mn-lt"/>
          <a:ea typeface="+mn-ea"/>
          <a:cs typeface="+mn-cs"/>
        </a:defRPr>
      </a:lvl1pPr>
      <a:lvl2pPr marL="1511915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kumimoji="1" sz="5291" kern="1200">
          <a:solidFill>
            <a:schemeClr val="tx1"/>
          </a:solidFill>
          <a:latin typeface="+mn-lt"/>
          <a:ea typeface="+mn-ea"/>
          <a:cs typeface="+mn-cs"/>
        </a:defRPr>
      </a:lvl2pPr>
      <a:lvl3pPr marL="2519858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kumimoji="1" sz="4409" kern="1200">
          <a:solidFill>
            <a:schemeClr val="tx1"/>
          </a:solidFill>
          <a:latin typeface="+mn-lt"/>
          <a:ea typeface="+mn-ea"/>
          <a:cs typeface="+mn-cs"/>
        </a:defRPr>
      </a:lvl3pPr>
      <a:lvl4pPr marL="3527801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kumimoji="1" sz="3968" kern="1200">
          <a:solidFill>
            <a:schemeClr val="tx1"/>
          </a:solidFill>
          <a:latin typeface="+mn-lt"/>
          <a:ea typeface="+mn-ea"/>
          <a:cs typeface="+mn-cs"/>
        </a:defRPr>
      </a:lvl4pPr>
      <a:lvl5pPr marL="4535744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kumimoji="1" sz="3968" kern="1200">
          <a:solidFill>
            <a:schemeClr val="tx1"/>
          </a:solidFill>
          <a:latin typeface="+mn-lt"/>
          <a:ea typeface="+mn-ea"/>
          <a:cs typeface="+mn-cs"/>
        </a:defRPr>
      </a:lvl5pPr>
      <a:lvl6pPr marL="5543687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kumimoji="1" sz="3968" kern="1200">
          <a:solidFill>
            <a:schemeClr val="tx1"/>
          </a:solidFill>
          <a:latin typeface="+mn-lt"/>
          <a:ea typeface="+mn-ea"/>
          <a:cs typeface="+mn-cs"/>
        </a:defRPr>
      </a:lvl6pPr>
      <a:lvl7pPr marL="6551630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kumimoji="1" sz="3968" kern="1200">
          <a:solidFill>
            <a:schemeClr val="tx1"/>
          </a:solidFill>
          <a:latin typeface="+mn-lt"/>
          <a:ea typeface="+mn-ea"/>
          <a:cs typeface="+mn-cs"/>
        </a:defRPr>
      </a:lvl7pPr>
      <a:lvl8pPr marL="7559573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kumimoji="1" sz="3968" kern="1200">
          <a:solidFill>
            <a:schemeClr val="tx1"/>
          </a:solidFill>
          <a:latin typeface="+mn-lt"/>
          <a:ea typeface="+mn-ea"/>
          <a:cs typeface="+mn-cs"/>
        </a:defRPr>
      </a:lvl8pPr>
      <a:lvl9pPr marL="8567517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kumimoji="1" sz="3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15886" rtl="0" eaLnBrk="1" latinLnBrk="0" hangingPunct="1">
        <a:defRPr kumimoji="1" sz="3968" kern="1200">
          <a:solidFill>
            <a:schemeClr val="tx1"/>
          </a:solidFill>
          <a:latin typeface="+mn-lt"/>
          <a:ea typeface="+mn-ea"/>
          <a:cs typeface="+mn-cs"/>
        </a:defRPr>
      </a:lvl1pPr>
      <a:lvl2pPr marL="1007943" algn="l" defTabSz="2015886" rtl="0" eaLnBrk="1" latinLnBrk="0" hangingPunct="1">
        <a:defRPr kumimoji="1"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2015886" algn="l" defTabSz="2015886" rtl="0" eaLnBrk="1" latinLnBrk="0" hangingPunct="1">
        <a:defRPr kumimoji="1" sz="3968" kern="1200">
          <a:solidFill>
            <a:schemeClr val="tx1"/>
          </a:solidFill>
          <a:latin typeface="+mn-lt"/>
          <a:ea typeface="+mn-ea"/>
          <a:cs typeface="+mn-cs"/>
        </a:defRPr>
      </a:lvl3pPr>
      <a:lvl4pPr marL="3023829" algn="l" defTabSz="2015886" rtl="0" eaLnBrk="1" latinLnBrk="0" hangingPunct="1">
        <a:defRPr kumimoji="1" sz="3968" kern="1200">
          <a:solidFill>
            <a:schemeClr val="tx1"/>
          </a:solidFill>
          <a:latin typeface="+mn-lt"/>
          <a:ea typeface="+mn-ea"/>
          <a:cs typeface="+mn-cs"/>
        </a:defRPr>
      </a:lvl4pPr>
      <a:lvl5pPr marL="4031772" algn="l" defTabSz="2015886" rtl="0" eaLnBrk="1" latinLnBrk="0" hangingPunct="1">
        <a:defRPr kumimoji="1" sz="3968" kern="1200">
          <a:solidFill>
            <a:schemeClr val="tx1"/>
          </a:solidFill>
          <a:latin typeface="+mn-lt"/>
          <a:ea typeface="+mn-ea"/>
          <a:cs typeface="+mn-cs"/>
        </a:defRPr>
      </a:lvl5pPr>
      <a:lvl6pPr marL="5039716" algn="l" defTabSz="2015886" rtl="0" eaLnBrk="1" latinLnBrk="0" hangingPunct="1">
        <a:defRPr kumimoji="1" sz="3968" kern="1200">
          <a:solidFill>
            <a:schemeClr val="tx1"/>
          </a:solidFill>
          <a:latin typeface="+mn-lt"/>
          <a:ea typeface="+mn-ea"/>
          <a:cs typeface="+mn-cs"/>
        </a:defRPr>
      </a:lvl6pPr>
      <a:lvl7pPr marL="6047659" algn="l" defTabSz="2015886" rtl="0" eaLnBrk="1" latinLnBrk="0" hangingPunct="1">
        <a:defRPr kumimoji="1" sz="3968" kern="1200">
          <a:solidFill>
            <a:schemeClr val="tx1"/>
          </a:solidFill>
          <a:latin typeface="+mn-lt"/>
          <a:ea typeface="+mn-ea"/>
          <a:cs typeface="+mn-cs"/>
        </a:defRPr>
      </a:lvl7pPr>
      <a:lvl8pPr marL="7055602" algn="l" defTabSz="2015886" rtl="0" eaLnBrk="1" latinLnBrk="0" hangingPunct="1">
        <a:defRPr kumimoji="1" sz="3968" kern="1200">
          <a:solidFill>
            <a:schemeClr val="tx1"/>
          </a:solidFill>
          <a:latin typeface="+mn-lt"/>
          <a:ea typeface="+mn-ea"/>
          <a:cs typeface="+mn-cs"/>
        </a:defRPr>
      </a:lvl8pPr>
      <a:lvl9pPr marL="8063545" algn="l" defTabSz="2015886" rtl="0" eaLnBrk="1" latinLnBrk="0" hangingPunct="1">
        <a:defRPr kumimoji="1" sz="3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9.png"/><Relationship Id="rId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6FD7ADB4-271E-47A4-2865-FCFABE50AC49}"/>
              </a:ext>
            </a:extLst>
          </p:cNvPr>
          <p:cNvSpPr/>
          <p:nvPr/>
        </p:nvSpPr>
        <p:spPr>
          <a:xfrm>
            <a:off x="9735661" y="5913644"/>
            <a:ext cx="151200" cy="1064846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2F40986C-1C10-8EB0-2318-E58EC754B845}"/>
              </a:ext>
            </a:extLst>
          </p:cNvPr>
          <p:cNvSpPr/>
          <p:nvPr/>
        </p:nvSpPr>
        <p:spPr>
          <a:xfrm>
            <a:off x="8673157" y="5053639"/>
            <a:ext cx="910634" cy="1512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F990455-6D7A-8E12-ABEC-05A237C66C99}"/>
              </a:ext>
            </a:extLst>
          </p:cNvPr>
          <p:cNvSpPr/>
          <p:nvPr/>
        </p:nvSpPr>
        <p:spPr>
          <a:xfrm>
            <a:off x="8165686" y="5976833"/>
            <a:ext cx="1512000" cy="1512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01AB9569-BEC9-C7BB-C99C-DFF992273209}"/>
              </a:ext>
            </a:extLst>
          </p:cNvPr>
          <p:cNvSpPr/>
          <p:nvPr/>
        </p:nvSpPr>
        <p:spPr>
          <a:xfrm>
            <a:off x="9724229" y="5327320"/>
            <a:ext cx="151200" cy="756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6685E673-2790-ED4C-2DC9-925CCB54E9D8}"/>
              </a:ext>
            </a:extLst>
          </p:cNvPr>
          <p:cNvSpPr/>
          <p:nvPr/>
        </p:nvSpPr>
        <p:spPr>
          <a:xfrm>
            <a:off x="8088224" y="4801468"/>
            <a:ext cx="953583" cy="6678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528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6018C152-D41D-DDE6-5D06-B432EDB3F7E6}"/>
              </a:ext>
            </a:extLst>
          </p:cNvPr>
          <p:cNvSpPr/>
          <p:nvPr/>
        </p:nvSpPr>
        <p:spPr>
          <a:xfrm>
            <a:off x="9304640" y="4798933"/>
            <a:ext cx="1002905" cy="6678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528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四角形: 角を丸くする 80">
            <a:extLst>
              <a:ext uri="{FF2B5EF4-FFF2-40B4-BE49-F238E27FC236}">
                <a16:creationId xmlns:a16="http://schemas.microsoft.com/office/drawing/2014/main" id="{748E33F0-4176-6AA0-012B-A4EEF8F2F938}"/>
              </a:ext>
            </a:extLst>
          </p:cNvPr>
          <p:cNvSpPr/>
          <p:nvPr/>
        </p:nvSpPr>
        <p:spPr>
          <a:xfrm>
            <a:off x="9317757" y="5715463"/>
            <a:ext cx="1002905" cy="6678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528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46290FF-72B7-7EF8-6AB7-CBBC079E2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87" y="19994"/>
            <a:ext cx="7704477" cy="1446239"/>
          </a:xfrm>
        </p:spPr>
        <p:txBody>
          <a:bodyPr>
            <a:normAutofit fontScale="90000"/>
          </a:bodyPr>
          <a:lstStyle/>
          <a:p>
            <a:r>
              <a:rPr lang="en-US" altLang="ja-JP" sz="8000" dirty="0">
                <a:latin typeface="Lucida Console" panose="020B0609040504020204" pitchFamily="49" charset="0"/>
                <a:ea typeface="BIZ UDPゴシック" panose="020B0400000000000000" pitchFamily="50" charset="-128"/>
              </a:rPr>
              <a:t>Soda_DENGIKEN</a:t>
            </a:r>
            <a:br>
              <a:rPr lang="en-US" altLang="ja-JP" dirty="0">
                <a:latin typeface="Lucida Console" panose="020B0609040504020204" pitchFamily="49" charset="0"/>
                <a:ea typeface="BIZ UDPゴシック" panose="020B0400000000000000" pitchFamily="50" charset="-128"/>
              </a:rPr>
            </a:br>
            <a:r>
              <a:rPr lang="en-US" altLang="ja-JP" sz="1600" dirty="0">
                <a:latin typeface="Lucida Console" panose="020B0609040504020204" pitchFamily="49" charset="0"/>
                <a:ea typeface="BIZ UDPゴシック" panose="020B0400000000000000" pitchFamily="50" charset="-128"/>
              </a:rPr>
              <a:t>Shibaura Institute of Technology Junior and Senior High School</a:t>
            </a:r>
            <a:endParaRPr lang="ja-JP" altLang="en-US" sz="1600" dirty="0">
              <a:latin typeface="Lucida Console" panose="020B0609040504020204" pitchFamily="49" charset="0"/>
              <a:ea typeface="BIZ UDPゴシック" panose="020B0400000000000000" pitchFamily="50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B5F75F3-293A-0AAD-0463-634B95EB9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5014" y="5010351"/>
            <a:ext cx="171342" cy="252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C99DD5C-880F-2B88-F495-1188DD0235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085" y="4942213"/>
            <a:ext cx="910634" cy="378000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F1C5392-7103-6686-EF5E-B9A876819EEA}"/>
              </a:ext>
            </a:extLst>
          </p:cNvPr>
          <p:cNvSpPr txBox="1"/>
          <p:nvPr/>
        </p:nvSpPr>
        <p:spPr>
          <a:xfrm>
            <a:off x="6811023" y="3394455"/>
            <a:ext cx="4306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システム概要図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A32458FB-A513-BFEF-31F7-028D1DA299E9}"/>
              </a:ext>
            </a:extLst>
          </p:cNvPr>
          <p:cNvSpPr/>
          <p:nvPr/>
        </p:nvSpPr>
        <p:spPr>
          <a:xfrm>
            <a:off x="8507501" y="6988399"/>
            <a:ext cx="1512000" cy="1512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61AE4B49-070B-15D3-86BC-94C9001CC6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361" y="2836083"/>
            <a:ext cx="2391935" cy="2380507"/>
          </a:xfrm>
          <a:prstGeom prst="rect">
            <a:avLst/>
          </a:prstGeom>
        </p:spPr>
      </p:pic>
      <p:sp>
        <p:nvSpPr>
          <p:cNvPr id="86" name="四角形: 角を丸くする 85">
            <a:extLst>
              <a:ext uri="{FF2B5EF4-FFF2-40B4-BE49-F238E27FC236}">
                <a16:creationId xmlns:a16="http://schemas.microsoft.com/office/drawing/2014/main" id="{1C7CBCB9-D33E-5EC6-8B17-F72539AAD865}"/>
              </a:ext>
            </a:extLst>
          </p:cNvPr>
          <p:cNvSpPr/>
          <p:nvPr/>
        </p:nvSpPr>
        <p:spPr>
          <a:xfrm>
            <a:off x="9337666" y="6713419"/>
            <a:ext cx="953583" cy="6678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528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279EEDA7-B36D-1D55-571F-DC1FB247257D}"/>
              </a:ext>
            </a:extLst>
          </p:cNvPr>
          <p:cNvSpPr txBox="1"/>
          <p:nvPr/>
        </p:nvSpPr>
        <p:spPr>
          <a:xfrm>
            <a:off x="9526267" y="6645159"/>
            <a:ext cx="648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Gyro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C2F5A81-B55B-A55A-B459-C523EC5BDEA5}"/>
              </a:ext>
            </a:extLst>
          </p:cNvPr>
          <p:cNvSpPr txBox="1"/>
          <p:nvPr/>
        </p:nvSpPr>
        <p:spPr>
          <a:xfrm>
            <a:off x="8429581" y="4770629"/>
            <a:ext cx="332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IR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5F96069-04FC-D19F-3C84-A2091CAAFA5C}"/>
              </a:ext>
            </a:extLst>
          </p:cNvPr>
          <p:cNvSpPr txBox="1"/>
          <p:nvPr/>
        </p:nvSpPr>
        <p:spPr>
          <a:xfrm>
            <a:off x="8079232" y="5179679"/>
            <a:ext cx="1002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TSSP58038</a:t>
            </a:r>
          </a:p>
        </p:txBody>
      </p:sp>
      <p:sp>
        <p:nvSpPr>
          <p:cNvPr id="83" name="四角形: 角を丸くする 82">
            <a:extLst>
              <a:ext uri="{FF2B5EF4-FFF2-40B4-BE49-F238E27FC236}">
                <a16:creationId xmlns:a16="http://schemas.microsoft.com/office/drawing/2014/main" id="{0951F318-1A89-0A73-0A1E-3A6F60F7C0CC}"/>
              </a:ext>
            </a:extLst>
          </p:cNvPr>
          <p:cNvSpPr/>
          <p:nvPr/>
        </p:nvSpPr>
        <p:spPr>
          <a:xfrm>
            <a:off x="8066970" y="5721364"/>
            <a:ext cx="1002905" cy="6678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528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E2B0662-247F-D0C8-1D2E-20DCDBED6434}"/>
              </a:ext>
            </a:extLst>
          </p:cNvPr>
          <p:cNvSpPr txBox="1"/>
          <p:nvPr/>
        </p:nvSpPr>
        <p:spPr>
          <a:xfrm>
            <a:off x="9298384" y="4724160"/>
            <a:ext cx="1002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Sub CPU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C7C99FF-9C6C-650D-FBFE-C19C04B622AE}"/>
              </a:ext>
            </a:extLst>
          </p:cNvPr>
          <p:cNvSpPr txBox="1"/>
          <p:nvPr/>
        </p:nvSpPr>
        <p:spPr>
          <a:xfrm>
            <a:off x="9231669" y="5203450"/>
            <a:ext cx="1175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Maker Nano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3" name="図 32">
            <a:extLst>
              <a:ext uri="{FF2B5EF4-FFF2-40B4-BE49-F238E27FC236}">
                <a16:creationId xmlns:a16="http://schemas.microsoft.com/office/drawing/2014/main" id="{553AB20F-CC26-C5DA-950F-69CE8CB9D5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741" y="5928976"/>
            <a:ext cx="1008000" cy="329816"/>
          </a:xfrm>
          <a:prstGeom prst="rect">
            <a:avLst/>
          </a:prstGeom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2C98D03-A98A-7682-DDE8-1402B4169A40}"/>
              </a:ext>
            </a:extLst>
          </p:cNvPr>
          <p:cNvSpPr txBox="1"/>
          <p:nvPr/>
        </p:nvSpPr>
        <p:spPr>
          <a:xfrm>
            <a:off x="8258151" y="5677047"/>
            <a:ext cx="6531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Lien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53BACCF-983E-237B-69CF-60555D5FBF07}"/>
              </a:ext>
            </a:extLst>
          </p:cNvPr>
          <p:cNvSpPr txBox="1"/>
          <p:nvPr/>
        </p:nvSpPr>
        <p:spPr>
          <a:xfrm>
            <a:off x="8063679" y="6120983"/>
            <a:ext cx="1010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NJL7502L</a:t>
            </a:r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03A3EBF2-99D6-9C72-39E3-E716E0408B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139" y="5864808"/>
            <a:ext cx="910634" cy="378000"/>
          </a:xfrm>
          <a:prstGeom prst="rect">
            <a:avLst/>
          </a:prstGeom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5187D51A-3D35-4D43-41AD-5DA760543B0E}"/>
              </a:ext>
            </a:extLst>
          </p:cNvPr>
          <p:cNvSpPr txBox="1"/>
          <p:nvPr/>
        </p:nvSpPr>
        <p:spPr>
          <a:xfrm>
            <a:off x="9263508" y="5646758"/>
            <a:ext cx="11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Main CPU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C4E1BBE4-7BD7-D59A-72B3-BDE13B5A0C72}"/>
              </a:ext>
            </a:extLst>
          </p:cNvPr>
          <p:cNvSpPr txBox="1"/>
          <p:nvPr/>
        </p:nvSpPr>
        <p:spPr>
          <a:xfrm>
            <a:off x="9181054" y="6115977"/>
            <a:ext cx="126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Maker Nano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66" name="図 65">
            <a:extLst>
              <a:ext uri="{FF2B5EF4-FFF2-40B4-BE49-F238E27FC236}">
                <a16:creationId xmlns:a16="http://schemas.microsoft.com/office/drawing/2014/main" id="{D5665E13-BE1E-0BFA-FE54-C3CC27E71A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3" t="19295" r="30858" b="23699"/>
          <a:stretch/>
        </p:blipFill>
        <p:spPr>
          <a:xfrm>
            <a:off x="9710813" y="6896165"/>
            <a:ext cx="195100" cy="302400"/>
          </a:xfrm>
          <a:prstGeom prst="rect">
            <a:avLst/>
          </a:prstGeom>
        </p:spPr>
      </p:pic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D17EAB66-F8C3-BACC-EB1E-28BBE18C655F}"/>
              </a:ext>
            </a:extLst>
          </p:cNvPr>
          <p:cNvSpPr txBox="1"/>
          <p:nvPr/>
        </p:nvSpPr>
        <p:spPr>
          <a:xfrm>
            <a:off x="9337659" y="7126462"/>
            <a:ext cx="1143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DRV 8835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7" name="四角形: 角を丸くする 86">
            <a:extLst>
              <a:ext uri="{FF2B5EF4-FFF2-40B4-BE49-F238E27FC236}">
                <a16:creationId xmlns:a16="http://schemas.microsoft.com/office/drawing/2014/main" id="{B00018D0-7F2A-4FBE-8BBC-02453BEBE812}"/>
              </a:ext>
            </a:extLst>
          </p:cNvPr>
          <p:cNvSpPr/>
          <p:nvPr/>
        </p:nvSpPr>
        <p:spPr>
          <a:xfrm>
            <a:off x="8105047" y="6722520"/>
            <a:ext cx="953583" cy="6678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528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87592816-7C55-83F3-5BF4-D5645E2BDEF4}"/>
              </a:ext>
            </a:extLst>
          </p:cNvPr>
          <p:cNvSpPr txBox="1"/>
          <p:nvPr/>
        </p:nvSpPr>
        <p:spPr>
          <a:xfrm>
            <a:off x="8245959" y="6631605"/>
            <a:ext cx="648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Gyro</a:t>
            </a: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5A40CB2D-0EB2-62C0-1D04-FF10D2FB3BD7}"/>
              </a:ext>
            </a:extLst>
          </p:cNvPr>
          <p:cNvSpPr txBox="1"/>
          <p:nvPr/>
        </p:nvSpPr>
        <p:spPr>
          <a:xfrm>
            <a:off x="8075237" y="7092065"/>
            <a:ext cx="1143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MPU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6050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50" name="図 49">
            <a:extLst>
              <a:ext uri="{FF2B5EF4-FFF2-40B4-BE49-F238E27FC236}">
                <a16:creationId xmlns:a16="http://schemas.microsoft.com/office/drawing/2014/main" id="{593C26A2-C846-9939-C859-D87C4CEA2C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813" y="6905258"/>
            <a:ext cx="736344" cy="302400"/>
          </a:xfrm>
          <a:prstGeom prst="rect">
            <a:avLst/>
          </a:prstGeom>
        </p:spPr>
      </p:pic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FBF896F3-44CC-4403-246C-F2F349EC5257}"/>
              </a:ext>
            </a:extLst>
          </p:cNvPr>
          <p:cNvCxnSpPr>
            <a:cxnSpLocks/>
          </p:cNvCxnSpPr>
          <p:nvPr/>
        </p:nvCxnSpPr>
        <p:spPr>
          <a:xfrm>
            <a:off x="10108936" y="2836083"/>
            <a:ext cx="0" cy="1077222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四角形: 角を丸くする 92">
            <a:extLst>
              <a:ext uri="{FF2B5EF4-FFF2-40B4-BE49-F238E27FC236}">
                <a16:creationId xmlns:a16="http://schemas.microsoft.com/office/drawing/2014/main" id="{EBB50958-1185-2BB0-F2BC-3B359BCBB26A}"/>
              </a:ext>
            </a:extLst>
          </p:cNvPr>
          <p:cNvSpPr/>
          <p:nvPr/>
        </p:nvSpPr>
        <p:spPr>
          <a:xfrm>
            <a:off x="7585614" y="7542813"/>
            <a:ext cx="781200" cy="504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6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Analog</a:t>
            </a:r>
            <a:endParaRPr kumimoji="1" lang="ja-JP" altLang="en-US" sz="126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4" name="四角形: 角を丸くする 93">
            <a:extLst>
              <a:ext uri="{FF2B5EF4-FFF2-40B4-BE49-F238E27FC236}">
                <a16:creationId xmlns:a16="http://schemas.microsoft.com/office/drawing/2014/main" id="{22501459-C18C-1994-1375-D2A1557EBB84}"/>
              </a:ext>
            </a:extLst>
          </p:cNvPr>
          <p:cNvSpPr/>
          <p:nvPr/>
        </p:nvSpPr>
        <p:spPr>
          <a:xfrm>
            <a:off x="8439054" y="7542813"/>
            <a:ext cx="781200" cy="504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6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Digital</a:t>
            </a:r>
            <a:endParaRPr kumimoji="1" lang="ja-JP" altLang="en-US" sz="126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6" name="四角形: 角を丸くする 95">
            <a:extLst>
              <a:ext uri="{FF2B5EF4-FFF2-40B4-BE49-F238E27FC236}">
                <a16:creationId xmlns:a16="http://schemas.microsoft.com/office/drawing/2014/main" id="{D034233E-FC9B-38A0-3FF6-E04DE02A4010}"/>
              </a:ext>
            </a:extLst>
          </p:cNvPr>
          <p:cNvSpPr/>
          <p:nvPr/>
        </p:nvSpPr>
        <p:spPr>
          <a:xfrm>
            <a:off x="9292494" y="7542813"/>
            <a:ext cx="781200" cy="5040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6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UART</a:t>
            </a:r>
            <a:endParaRPr kumimoji="1" lang="ja-JP" altLang="en-US" sz="126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7" name="四角形: 角を丸くする 96">
            <a:extLst>
              <a:ext uri="{FF2B5EF4-FFF2-40B4-BE49-F238E27FC236}">
                <a16:creationId xmlns:a16="http://schemas.microsoft.com/office/drawing/2014/main" id="{2115D056-41A2-DE3B-50B0-DB607728ED49}"/>
              </a:ext>
            </a:extLst>
          </p:cNvPr>
          <p:cNvSpPr/>
          <p:nvPr/>
        </p:nvSpPr>
        <p:spPr>
          <a:xfrm>
            <a:off x="10145934" y="7529038"/>
            <a:ext cx="781200" cy="50400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6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PWM</a:t>
            </a:r>
            <a:endParaRPr kumimoji="1" lang="ja-JP" altLang="en-US" sz="126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026" name="Picture 2" descr="電子技術研究部 | 芝浦工業大学附属中学高等学校の研究者たち">
            <a:extLst>
              <a:ext uri="{FF2B5EF4-FFF2-40B4-BE49-F238E27FC236}">
                <a16:creationId xmlns:a16="http://schemas.microsoft.com/office/drawing/2014/main" id="{2B0274AD-065A-C3AF-0C1B-4AE644221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0757" y="470848"/>
            <a:ext cx="765599" cy="868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7452FF66-153C-5B5C-8524-DB2E8199BF19}"/>
              </a:ext>
            </a:extLst>
          </p:cNvPr>
          <p:cNvSpPr txBox="1"/>
          <p:nvPr/>
        </p:nvSpPr>
        <p:spPr>
          <a:xfrm>
            <a:off x="7763832" y="10445"/>
            <a:ext cx="1818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  <a:cs typeface="Calibri" panose="020F0502020204030204" pitchFamily="34" charset="0"/>
              </a:rPr>
              <a:t>活動場所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64DEB2-023A-443F-A2D2-9B0547FA02A3}"/>
              </a:ext>
            </a:extLst>
          </p:cNvPr>
          <p:cNvSpPr txBox="1"/>
          <p:nvPr/>
        </p:nvSpPr>
        <p:spPr>
          <a:xfrm>
            <a:off x="8686200" y="720795"/>
            <a:ext cx="2897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電子技術研究部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55BE4555-19B4-EC4A-7C2E-859D6BFCCAEB}"/>
              </a:ext>
            </a:extLst>
          </p:cNvPr>
          <p:cNvCxnSpPr>
            <a:cxnSpLocks/>
          </p:cNvCxnSpPr>
          <p:nvPr/>
        </p:nvCxnSpPr>
        <p:spPr>
          <a:xfrm>
            <a:off x="11335695" y="0"/>
            <a:ext cx="0" cy="16070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5E2E8BAE-A5E3-4C27-1DAD-92CEDE0A1063}"/>
              </a:ext>
            </a:extLst>
          </p:cNvPr>
          <p:cNvCxnSpPr>
            <a:cxnSpLocks/>
          </p:cNvCxnSpPr>
          <p:nvPr/>
        </p:nvCxnSpPr>
        <p:spPr>
          <a:xfrm>
            <a:off x="7775914" y="-10886"/>
            <a:ext cx="0" cy="16063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9D11C22E-7A07-6E06-1C0D-1E708A82182A}"/>
              </a:ext>
            </a:extLst>
          </p:cNvPr>
          <p:cNvCxnSpPr>
            <a:cxnSpLocks/>
          </p:cNvCxnSpPr>
          <p:nvPr/>
        </p:nvCxnSpPr>
        <p:spPr>
          <a:xfrm flipV="1">
            <a:off x="0" y="1594694"/>
            <a:ext cx="21383625" cy="123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0EE63B07-0309-BE36-463B-036BB78AD668}"/>
              </a:ext>
            </a:extLst>
          </p:cNvPr>
          <p:cNvCxnSpPr>
            <a:cxnSpLocks/>
          </p:cNvCxnSpPr>
          <p:nvPr/>
        </p:nvCxnSpPr>
        <p:spPr>
          <a:xfrm>
            <a:off x="6917727" y="4101585"/>
            <a:ext cx="0" cy="40567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55DDE74D-4218-B57C-20C7-0FF2D387D8FB}"/>
              </a:ext>
            </a:extLst>
          </p:cNvPr>
          <p:cNvSpPr txBox="1"/>
          <p:nvPr/>
        </p:nvSpPr>
        <p:spPr>
          <a:xfrm>
            <a:off x="11598932" y="4124273"/>
            <a:ext cx="2858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開発環境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49C1EDD8-C222-1140-D57F-0E6E6B94E44F}"/>
              </a:ext>
            </a:extLst>
          </p:cNvPr>
          <p:cNvSpPr txBox="1"/>
          <p:nvPr/>
        </p:nvSpPr>
        <p:spPr>
          <a:xfrm flipH="1">
            <a:off x="11848143" y="4723116"/>
            <a:ext cx="2003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プログラミング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06E3284B-2989-F2E2-0151-E434FCAA6E11}"/>
              </a:ext>
            </a:extLst>
          </p:cNvPr>
          <p:cNvSpPr txBox="1"/>
          <p:nvPr/>
        </p:nvSpPr>
        <p:spPr>
          <a:xfrm flipH="1">
            <a:off x="13804072" y="4723399"/>
            <a:ext cx="1293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機体設計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529C7D17-6842-2FBE-87D8-2C3A27E920A3}"/>
              </a:ext>
            </a:extLst>
          </p:cNvPr>
          <p:cNvSpPr txBox="1"/>
          <p:nvPr/>
        </p:nvSpPr>
        <p:spPr>
          <a:xfrm>
            <a:off x="15324653" y="4738152"/>
            <a:ext cx="757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連絡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029" name="Picture 5" descr="Arduino IDE - Download">
            <a:extLst>
              <a:ext uri="{FF2B5EF4-FFF2-40B4-BE49-F238E27FC236}">
                <a16:creationId xmlns:a16="http://schemas.microsoft.com/office/drawing/2014/main" id="{026548A3-209F-4DFB-1A8B-B960F9BF0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3602" y="5074878"/>
            <a:ext cx="352800" cy="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4082DEC7-71F1-9E48-0136-054756B6096E}"/>
              </a:ext>
            </a:extLst>
          </p:cNvPr>
          <p:cNvSpPr txBox="1"/>
          <p:nvPr/>
        </p:nvSpPr>
        <p:spPr>
          <a:xfrm>
            <a:off x="12364175" y="5067004"/>
            <a:ext cx="1484749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4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Arduino IDE</a:t>
            </a:r>
            <a:endParaRPr kumimoji="1" lang="ja-JP" altLang="en-US" sz="154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68" name="グラフィックス 67">
            <a:extLst>
              <a:ext uri="{FF2B5EF4-FFF2-40B4-BE49-F238E27FC236}">
                <a16:creationId xmlns:a16="http://schemas.microsoft.com/office/drawing/2014/main" id="{34DC6563-AF1B-8998-5B26-27735E398EF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441610" y="5150251"/>
            <a:ext cx="352800" cy="257967"/>
          </a:xfrm>
          <a:prstGeom prst="rect">
            <a:avLst/>
          </a:prstGeom>
        </p:spPr>
      </p:pic>
      <p:pic>
        <p:nvPicPr>
          <p:cNvPr id="1039" name="Picture 15" descr="Fusion 360 CAM | Fusion 360の購入 Autodesk Japan公式法人販売パートナー">
            <a:extLst>
              <a:ext uri="{FF2B5EF4-FFF2-40B4-BE49-F238E27FC236}">
                <a16:creationId xmlns:a16="http://schemas.microsoft.com/office/drawing/2014/main" id="{8B5D5E28-5DE1-531D-078E-345FE3FF9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4065" y="5106860"/>
            <a:ext cx="352800" cy="320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30E8FB09-47C5-39FA-C7CE-760726100039}"/>
              </a:ext>
            </a:extLst>
          </p:cNvPr>
          <p:cNvSpPr txBox="1"/>
          <p:nvPr/>
        </p:nvSpPr>
        <p:spPr>
          <a:xfrm>
            <a:off x="14242570" y="5094922"/>
            <a:ext cx="1195007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40" dirty="0">
                <a:latin typeface="メイリオ" panose="020B0604030504040204" pitchFamily="50" charset="-128"/>
                <a:ea typeface="メイリオ" panose="020B0604030504040204" pitchFamily="50" charset="-128"/>
              </a:rPr>
              <a:t>Fusion 360</a:t>
            </a:r>
            <a:endParaRPr kumimoji="1" lang="ja-JP" altLang="en-US" sz="154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19EFD850-7157-7F80-8ECF-228E551798ED}"/>
              </a:ext>
            </a:extLst>
          </p:cNvPr>
          <p:cNvSpPr txBox="1"/>
          <p:nvPr/>
        </p:nvSpPr>
        <p:spPr>
          <a:xfrm>
            <a:off x="15781197" y="5106867"/>
            <a:ext cx="990577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40" dirty="0">
                <a:latin typeface="メイリオ" panose="020B0604030504040204" pitchFamily="50" charset="-128"/>
                <a:ea typeface="メイリオ" panose="020B0604030504040204" pitchFamily="50" charset="-128"/>
              </a:rPr>
              <a:t>Discord</a:t>
            </a:r>
            <a:endParaRPr kumimoji="1" lang="ja-JP" altLang="en-US" sz="154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0152B1D2-A6D4-0844-0B13-D405C0A0DFB4}"/>
              </a:ext>
            </a:extLst>
          </p:cNvPr>
          <p:cNvCxnSpPr>
            <a:cxnSpLocks/>
          </p:cNvCxnSpPr>
          <p:nvPr/>
        </p:nvCxnSpPr>
        <p:spPr>
          <a:xfrm>
            <a:off x="11598926" y="4102882"/>
            <a:ext cx="0" cy="40554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A8ACA7D9-C757-E8A8-8059-19119B751038}"/>
              </a:ext>
            </a:extLst>
          </p:cNvPr>
          <p:cNvCxnSpPr>
            <a:cxnSpLocks/>
          </p:cNvCxnSpPr>
          <p:nvPr/>
        </p:nvCxnSpPr>
        <p:spPr>
          <a:xfrm>
            <a:off x="4291012" y="8158323"/>
            <a:ext cx="12801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33F9C421-5979-EA41-B9D1-6867D0ABE29C}"/>
              </a:ext>
            </a:extLst>
          </p:cNvPr>
          <p:cNvCxnSpPr>
            <a:cxnSpLocks/>
          </p:cNvCxnSpPr>
          <p:nvPr/>
        </p:nvCxnSpPr>
        <p:spPr>
          <a:xfrm>
            <a:off x="11598932" y="5678926"/>
            <a:ext cx="5493687" cy="120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609D74F4-229A-413D-D77E-D8B836D184F6}"/>
              </a:ext>
            </a:extLst>
          </p:cNvPr>
          <p:cNvSpPr txBox="1"/>
          <p:nvPr/>
        </p:nvSpPr>
        <p:spPr>
          <a:xfrm>
            <a:off x="11595852" y="5605816"/>
            <a:ext cx="2897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</a:t>
            </a:r>
            <a:r>
              <a:rPr kumimoji="1" lang="en-US" altLang="ja-JP" sz="3600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endParaRPr kumimoji="1" lang="ja-JP" altLang="en-US" sz="3600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047D3594-A11F-1486-5BAC-6E272AD494FC}"/>
              </a:ext>
            </a:extLst>
          </p:cNvPr>
          <p:cNvSpPr txBox="1"/>
          <p:nvPr/>
        </p:nvSpPr>
        <p:spPr>
          <a:xfrm>
            <a:off x="11373255" y="83790"/>
            <a:ext cx="1633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  <a:cs typeface="Calibri" panose="020F0502020204030204" pitchFamily="34" charset="0"/>
              </a:rPr>
              <a:t>メンバー</a:t>
            </a: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B0086EFF-0683-0C79-B5EE-4D51918EA6D7}"/>
              </a:ext>
            </a:extLst>
          </p:cNvPr>
          <p:cNvSpPr txBox="1"/>
          <p:nvPr/>
        </p:nvSpPr>
        <p:spPr>
          <a:xfrm>
            <a:off x="13106549" y="20485"/>
            <a:ext cx="5955009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松本 研太（</a:t>
            </a:r>
            <a:r>
              <a:rPr kumimoji="1"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Mentor</a:t>
            </a: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  <a:endParaRPr kumimoji="1" lang="en-US" altLang="ja-JP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巽 智陽（</a:t>
            </a:r>
            <a:r>
              <a:rPr kumimoji="1"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Hardware</a:t>
            </a: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）  　奥山 あさひ（</a:t>
            </a:r>
            <a:r>
              <a:rPr kumimoji="1"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Electric</a:t>
            </a: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  <a:endParaRPr kumimoji="1" lang="en-US" altLang="ja-JP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山口 千智（</a:t>
            </a:r>
            <a:r>
              <a:rPr kumimoji="1"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Software</a:t>
            </a: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）　小久保 怜（</a:t>
            </a:r>
            <a:r>
              <a:rPr kumimoji="1"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Software</a:t>
            </a: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360427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1872AAC-112E-B044-A806-9C9B14E38CDD}"/>
              </a:ext>
            </a:extLst>
          </p:cNvPr>
          <p:cNvSpPr/>
          <p:nvPr/>
        </p:nvSpPr>
        <p:spPr>
          <a:xfrm>
            <a:off x="-27033" y="-33606"/>
            <a:ext cx="21410657" cy="221409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C6013820-AF40-FAB1-BD23-3B7DA9BD2AC3}"/>
              </a:ext>
            </a:extLst>
          </p:cNvPr>
          <p:cNvSpPr txBox="1">
            <a:spLocks/>
          </p:cNvSpPr>
          <p:nvPr/>
        </p:nvSpPr>
        <p:spPr>
          <a:xfrm>
            <a:off x="1537307" y="1"/>
            <a:ext cx="8770921" cy="21804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201588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9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8000" dirty="0">
                <a:solidFill>
                  <a:schemeClr val="bg1"/>
                </a:solidFill>
                <a:latin typeface="Lucida Console" panose="020B0609040504020204" pitchFamily="49" charset="0"/>
                <a:ea typeface="BIZ UDPゴシック" panose="020B0400000000000000" pitchFamily="50" charset="-128"/>
              </a:rPr>
              <a:t>Soda_DENGIKEN</a:t>
            </a:r>
            <a:br>
              <a:rPr lang="en-US" altLang="ja-JP" dirty="0">
                <a:solidFill>
                  <a:schemeClr val="bg1"/>
                </a:solidFill>
                <a:latin typeface="Lucida Console" panose="020B0609040504020204" pitchFamily="49" charset="0"/>
                <a:ea typeface="BIZ UDPゴシック" panose="020B0400000000000000" pitchFamily="50" charset="-128"/>
              </a:rPr>
            </a:br>
            <a:r>
              <a:rPr lang="en-US" altLang="ja-JP" sz="1800" dirty="0">
                <a:solidFill>
                  <a:schemeClr val="bg1"/>
                </a:solidFill>
                <a:latin typeface="Lucida Console" panose="020B0609040504020204" pitchFamily="49" charset="0"/>
                <a:ea typeface="BIZ UDPゴシック" panose="020B0400000000000000" pitchFamily="50" charset="-128"/>
              </a:rPr>
              <a:t>Shibaura Institute of Technology Junior and Senior High School</a:t>
            </a:r>
            <a:endParaRPr lang="ja-JP" altLang="en-US" sz="1800" dirty="0">
              <a:solidFill>
                <a:schemeClr val="bg1"/>
              </a:solidFill>
              <a:latin typeface="Lucida Console" panose="020B0609040504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5DE4E01-B3FF-B111-11DF-72A2551BC747}"/>
              </a:ext>
            </a:extLst>
          </p:cNvPr>
          <p:cNvSpPr txBox="1"/>
          <p:nvPr/>
        </p:nvSpPr>
        <p:spPr>
          <a:xfrm>
            <a:off x="10417264" y="-30480"/>
            <a:ext cx="1818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anose="020F0502020204030204" pitchFamily="34" charset="0"/>
              </a:rPr>
              <a:t>活動場所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DCBB77F7-6CE6-64FF-A85B-0D5FDB6D41E9}"/>
              </a:ext>
            </a:extLst>
          </p:cNvPr>
          <p:cNvCxnSpPr>
            <a:cxnSpLocks/>
          </p:cNvCxnSpPr>
          <p:nvPr/>
        </p:nvCxnSpPr>
        <p:spPr>
          <a:xfrm>
            <a:off x="10410460" y="-33546"/>
            <a:ext cx="0" cy="2224197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図 19">
            <a:extLst>
              <a:ext uri="{FF2B5EF4-FFF2-40B4-BE49-F238E27FC236}">
                <a16:creationId xmlns:a16="http://schemas.microsoft.com/office/drawing/2014/main" id="{ABD03380-2CF2-9A30-19FA-D562B0DE96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176" y="412504"/>
            <a:ext cx="868540" cy="868540"/>
          </a:xfrm>
          <a:prstGeom prst="rect">
            <a:avLst/>
          </a:prstGeom>
        </p:spPr>
      </p:pic>
      <p:pic>
        <p:nvPicPr>
          <p:cNvPr id="21" name="Picture 2" descr="電子技術研究部 | 芝浦工業大学附属中学高等学校の研究者たち">
            <a:extLst>
              <a:ext uri="{FF2B5EF4-FFF2-40B4-BE49-F238E27FC236}">
                <a16:creationId xmlns:a16="http://schemas.microsoft.com/office/drawing/2014/main" id="{00856907-E18B-1F8A-22A0-404AFC1D6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0366" y="1225816"/>
            <a:ext cx="765599" cy="868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97C2FFE-A530-C5B8-107A-B3988C08EE37}"/>
              </a:ext>
            </a:extLst>
          </p:cNvPr>
          <p:cNvSpPr txBox="1"/>
          <p:nvPr/>
        </p:nvSpPr>
        <p:spPr>
          <a:xfrm>
            <a:off x="11318773" y="714023"/>
            <a:ext cx="4056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芝浦工業大学附属中学校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B1B0DC9-EC38-FE68-8387-5EA7D26F008A}"/>
              </a:ext>
            </a:extLst>
          </p:cNvPr>
          <p:cNvSpPr txBox="1"/>
          <p:nvPr/>
        </p:nvSpPr>
        <p:spPr>
          <a:xfrm>
            <a:off x="11318773" y="1443810"/>
            <a:ext cx="2897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電子技術研究部</a:t>
            </a: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B570B7EC-6362-31CA-DEAE-729E2C199F75}"/>
              </a:ext>
            </a:extLst>
          </p:cNvPr>
          <p:cNvCxnSpPr>
            <a:cxnSpLocks/>
          </p:cNvCxnSpPr>
          <p:nvPr/>
        </p:nvCxnSpPr>
        <p:spPr>
          <a:xfrm flipH="1">
            <a:off x="14899341" y="-31820"/>
            <a:ext cx="24503" cy="2225833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BABCD24-4F0F-88DD-4A3C-2ED132AEA401}"/>
              </a:ext>
            </a:extLst>
          </p:cNvPr>
          <p:cNvSpPr txBox="1"/>
          <p:nvPr/>
        </p:nvSpPr>
        <p:spPr>
          <a:xfrm>
            <a:off x="14919661" y="-30480"/>
            <a:ext cx="1633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anose="020F0502020204030204" pitchFamily="34" charset="0"/>
              </a:rPr>
              <a:t>メンバー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92216A8-41AB-BC6E-1D8C-81E4BDC51131}"/>
              </a:ext>
            </a:extLst>
          </p:cNvPr>
          <p:cNvSpPr txBox="1"/>
          <p:nvPr/>
        </p:nvSpPr>
        <p:spPr>
          <a:xfrm>
            <a:off x="14909501" y="524264"/>
            <a:ext cx="7172352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松本 研太（</a:t>
            </a:r>
            <a:r>
              <a:rPr kumimoji="1" lang="en-US" altLang="ja-JP" sz="2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Mentor</a:t>
            </a:r>
            <a:r>
              <a:rPr kumimoji="1" lang="ja-JP" altLang="en-US" sz="2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  <a:endParaRPr kumimoji="1" lang="en-US" altLang="ja-JP" sz="20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2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巽 智陽（</a:t>
            </a:r>
            <a:r>
              <a:rPr kumimoji="1" lang="en-US" altLang="ja-JP" sz="2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Hardware</a:t>
            </a:r>
            <a:r>
              <a:rPr kumimoji="1" lang="ja-JP" altLang="en-US" sz="2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）  　奥山 あさひ（</a:t>
            </a:r>
            <a:r>
              <a:rPr kumimoji="1" lang="en-US" altLang="ja-JP" sz="2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Electric</a:t>
            </a:r>
            <a:r>
              <a:rPr kumimoji="1" lang="ja-JP" altLang="en-US" sz="2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  <a:endParaRPr kumimoji="1" lang="en-US" altLang="ja-JP" sz="20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2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山口 千智（</a:t>
            </a:r>
            <a:r>
              <a:rPr kumimoji="1" lang="en-US" altLang="ja-JP" sz="2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Software</a:t>
            </a:r>
            <a:r>
              <a:rPr kumimoji="1" lang="ja-JP" altLang="en-US" sz="2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）　小久保 怜（</a:t>
            </a:r>
            <a:r>
              <a:rPr kumimoji="1" lang="en-US" altLang="ja-JP" sz="2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Software</a:t>
            </a:r>
            <a:r>
              <a:rPr kumimoji="1" lang="ja-JP" altLang="en-US" sz="20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D1C2BD5-9E41-657B-CB56-1024CD069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5" y="2217040"/>
            <a:ext cx="5054644" cy="6225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8C6BBF69-EA3D-F00C-835D-526E6E187CDC}"/>
              </a:ext>
            </a:extLst>
          </p:cNvPr>
          <p:cNvSpPr/>
          <p:nvPr/>
        </p:nvSpPr>
        <p:spPr>
          <a:xfrm>
            <a:off x="5289852" y="2200811"/>
            <a:ext cx="6744084" cy="62834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noFill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E07740F5-DF90-99F4-13B5-13BB2B013035}"/>
              </a:ext>
            </a:extLst>
          </p:cNvPr>
          <p:cNvSpPr/>
          <p:nvPr/>
        </p:nvSpPr>
        <p:spPr>
          <a:xfrm>
            <a:off x="7771989" y="11202968"/>
            <a:ext cx="252000" cy="3456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D379231-A3BE-2969-635C-A307A8EB1640}"/>
              </a:ext>
            </a:extLst>
          </p:cNvPr>
          <p:cNvSpPr/>
          <p:nvPr/>
        </p:nvSpPr>
        <p:spPr>
          <a:xfrm>
            <a:off x="6743557" y="9108991"/>
            <a:ext cx="344432" cy="252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CC3DFEC-328E-D06C-E2AB-36FA75031BCB}"/>
              </a:ext>
            </a:extLst>
          </p:cNvPr>
          <p:cNvSpPr/>
          <p:nvPr/>
        </p:nvSpPr>
        <p:spPr>
          <a:xfrm>
            <a:off x="6167462" y="10516786"/>
            <a:ext cx="1512000" cy="252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B2039EBC-3901-D708-A1DA-BD4101F42FDE}"/>
              </a:ext>
            </a:extLst>
          </p:cNvPr>
          <p:cNvSpPr/>
          <p:nvPr/>
        </p:nvSpPr>
        <p:spPr>
          <a:xfrm>
            <a:off x="7771989" y="9759022"/>
            <a:ext cx="252000" cy="3456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1F29582E-9272-9627-C25B-2F41112A4099}"/>
              </a:ext>
            </a:extLst>
          </p:cNvPr>
          <p:cNvSpPr/>
          <p:nvPr/>
        </p:nvSpPr>
        <p:spPr>
          <a:xfrm>
            <a:off x="5123557" y="8680917"/>
            <a:ext cx="1620000" cy="108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528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199A687A-ADD3-B765-D683-2EBACBA555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977" y="8949970"/>
            <a:ext cx="367161" cy="540000"/>
          </a:xfrm>
          <a:prstGeom prst="rect">
            <a:avLst/>
          </a:prstGeom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12D183CB-5B59-F4ED-B6F7-38D3FF1BB590}"/>
              </a:ext>
            </a:extLst>
          </p:cNvPr>
          <p:cNvSpPr txBox="1"/>
          <p:nvPr/>
        </p:nvSpPr>
        <p:spPr>
          <a:xfrm>
            <a:off x="5703126" y="8697523"/>
            <a:ext cx="460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IR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D44AD1AF-F04A-8600-18DE-E24E0090C487}"/>
              </a:ext>
            </a:extLst>
          </p:cNvPr>
          <p:cNvSpPr txBox="1"/>
          <p:nvPr/>
        </p:nvSpPr>
        <p:spPr>
          <a:xfrm>
            <a:off x="5199565" y="9419733"/>
            <a:ext cx="146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TSSP58038</a:t>
            </a:r>
          </a:p>
        </p:txBody>
      </p: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338E43F8-0AB2-D12B-F30E-A633E2C91232}"/>
              </a:ext>
            </a:extLst>
          </p:cNvPr>
          <p:cNvGrpSpPr/>
          <p:nvPr/>
        </p:nvGrpSpPr>
        <p:grpSpPr>
          <a:xfrm>
            <a:off x="7087989" y="8680917"/>
            <a:ext cx="1620000" cy="1080000"/>
            <a:chOff x="6150162" y="2437903"/>
            <a:chExt cx="1620000" cy="1080000"/>
          </a:xfrm>
        </p:grpSpPr>
        <p:sp>
          <p:nvSpPr>
            <p:cNvPr id="62" name="四角形: 角を丸くする 61">
              <a:extLst>
                <a:ext uri="{FF2B5EF4-FFF2-40B4-BE49-F238E27FC236}">
                  <a16:creationId xmlns:a16="http://schemas.microsoft.com/office/drawing/2014/main" id="{149513DA-E3A5-EBB8-8548-93864A059964}"/>
                </a:ext>
              </a:extLst>
            </p:cNvPr>
            <p:cNvSpPr/>
            <p:nvPr/>
          </p:nvSpPr>
          <p:spPr>
            <a:xfrm>
              <a:off x="6150162" y="2437903"/>
              <a:ext cx="1620000" cy="10800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528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1713F3C4-7E2C-DF64-F235-450BA5A26F1A}"/>
                </a:ext>
              </a:extLst>
            </p:cNvPr>
            <p:cNvSpPr txBox="1"/>
            <p:nvPr/>
          </p:nvSpPr>
          <p:spPr>
            <a:xfrm>
              <a:off x="6383475" y="2454509"/>
              <a:ext cx="11533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Sub CPU</a:t>
              </a:r>
            </a:p>
          </p:txBody>
        </p:sp>
        <p:pic>
          <p:nvPicPr>
            <p:cNvPr id="39" name="図 38">
              <a:extLst>
                <a:ext uri="{FF2B5EF4-FFF2-40B4-BE49-F238E27FC236}">
                  <a16:creationId xmlns:a16="http://schemas.microsoft.com/office/drawing/2014/main" id="{969B0098-77DB-4097-FF6F-D24C344103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9709" y="2706956"/>
              <a:ext cx="1300906" cy="540000"/>
            </a:xfrm>
            <a:prstGeom prst="rect">
              <a:avLst/>
            </a:prstGeom>
          </p:spPr>
        </p:pic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6273EB37-F766-474C-AEDF-3C111836B734}"/>
                </a:ext>
              </a:extLst>
            </p:cNvPr>
            <p:cNvSpPr txBox="1"/>
            <p:nvPr/>
          </p:nvSpPr>
          <p:spPr>
            <a:xfrm>
              <a:off x="6190289" y="3176719"/>
              <a:ext cx="153974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05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Arduino Nano Every</a:t>
              </a:r>
              <a:endPara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17ED77E9-568F-2018-0364-B8AFCAE1D183}"/>
              </a:ext>
            </a:extLst>
          </p:cNvPr>
          <p:cNvGrpSpPr/>
          <p:nvPr/>
        </p:nvGrpSpPr>
        <p:grpSpPr>
          <a:xfrm>
            <a:off x="7087989" y="10113795"/>
            <a:ext cx="1620000" cy="1119745"/>
            <a:chOff x="6150162" y="3870781"/>
            <a:chExt cx="1620000" cy="1119745"/>
          </a:xfrm>
        </p:grpSpPr>
        <p:sp>
          <p:nvSpPr>
            <p:cNvPr id="82" name="四角形: 角を丸くする 81">
              <a:extLst>
                <a:ext uri="{FF2B5EF4-FFF2-40B4-BE49-F238E27FC236}">
                  <a16:creationId xmlns:a16="http://schemas.microsoft.com/office/drawing/2014/main" id="{D3D45E2A-201C-E142-CC6B-E6C60EFF3361}"/>
                </a:ext>
              </a:extLst>
            </p:cNvPr>
            <p:cNvSpPr/>
            <p:nvPr/>
          </p:nvSpPr>
          <p:spPr>
            <a:xfrm>
              <a:off x="6150162" y="3870781"/>
              <a:ext cx="1620000" cy="10800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528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83" name="テキスト ボックス 82">
              <a:extLst>
                <a:ext uri="{FF2B5EF4-FFF2-40B4-BE49-F238E27FC236}">
                  <a16:creationId xmlns:a16="http://schemas.microsoft.com/office/drawing/2014/main" id="{D5156EE4-8591-F0DD-7812-526277F3799F}"/>
                </a:ext>
              </a:extLst>
            </p:cNvPr>
            <p:cNvSpPr txBox="1"/>
            <p:nvPr/>
          </p:nvSpPr>
          <p:spPr>
            <a:xfrm>
              <a:off x="6335868" y="3887387"/>
              <a:ext cx="1248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Main CPU</a:t>
              </a:r>
            </a:p>
          </p:txBody>
        </p: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1777A068-8C3F-CAEB-7C0A-ADDEBF283500}"/>
                </a:ext>
              </a:extLst>
            </p:cNvPr>
            <p:cNvSpPr txBox="1"/>
            <p:nvPr/>
          </p:nvSpPr>
          <p:spPr>
            <a:xfrm>
              <a:off x="6190289" y="4682749"/>
              <a:ext cx="15397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Arduino UNO</a:t>
              </a:r>
              <a:endPara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33FBA704-D84F-C490-D249-621543BAAB3D}"/>
              </a:ext>
            </a:extLst>
          </p:cNvPr>
          <p:cNvSpPr/>
          <p:nvPr/>
        </p:nvSpPr>
        <p:spPr>
          <a:xfrm>
            <a:off x="6216165" y="11894671"/>
            <a:ext cx="1512000" cy="252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113" name="グループ化 112">
            <a:extLst>
              <a:ext uri="{FF2B5EF4-FFF2-40B4-BE49-F238E27FC236}">
                <a16:creationId xmlns:a16="http://schemas.microsoft.com/office/drawing/2014/main" id="{E94509F7-2B02-40C8-8224-C3A5A34A3EE8}"/>
              </a:ext>
            </a:extLst>
          </p:cNvPr>
          <p:cNvGrpSpPr/>
          <p:nvPr/>
        </p:nvGrpSpPr>
        <p:grpSpPr>
          <a:xfrm>
            <a:off x="5123557" y="11546673"/>
            <a:ext cx="1620000" cy="1150153"/>
            <a:chOff x="3443965" y="5842418"/>
            <a:chExt cx="1620000" cy="1150153"/>
          </a:xfrm>
        </p:grpSpPr>
        <p:sp>
          <p:nvSpPr>
            <p:cNvPr id="109" name="四角形: 角を丸くする 108">
              <a:extLst>
                <a:ext uri="{FF2B5EF4-FFF2-40B4-BE49-F238E27FC236}">
                  <a16:creationId xmlns:a16="http://schemas.microsoft.com/office/drawing/2014/main" id="{320280B9-A5F0-E4FD-6E17-D17C9C8F2125}"/>
                </a:ext>
              </a:extLst>
            </p:cNvPr>
            <p:cNvSpPr/>
            <p:nvPr/>
          </p:nvSpPr>
          <p:spPr>
            <a:xfrm>
              <a:off x="3443965" y="5843659"/>
              <a:ext cx="1620000" cy="10800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528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11" name="テキスト ボックス 110">
              <a:extLst>
                <a:ext uri="{FF2B5EF4-FFF2-40B4-BE49-F238E27FC236}">
                  <a16:creationId xmlns:a16="http://schemas.microsoft.com/office/drawing/2014/main" id="{03C3AC67-35BB-7EFF-42C6-01E5D01A07CE}"/>
                </a:ext>
              </a:extLst>
            </p:cNvPr>
            <p:cNvSpPr txBox="1"/>
            <p:nvPr/>
          </p:nvSpPr>
          <p:spPr>
            <a:xfrm>
              <a:off x="3812186" y="5842418"/>
              <a:ext cx="8835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>
                  <a:latin typeface="メイリオ" panose="020B0604030504040204" pitchFamily="50" charset="-128"/>
                  <a:ea typeface="メイリオ" panose="020B0604030504040204" pitchFamily="50" charset="-128"/>
                </a:rPr>
                <a:t>Motor</a:t>
              </a:r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12" name="テキスト ボックス 111">
              <a:extLst>
                <a:ext uri="{FF2B5EF4-FFF2-40B4-BE49-F238E27FC236}">
                  <a16:creationId xmlns:a16="http://schemas.microsoft.com/office/drawing/2014/main" id="{1EA66F8F-A209-743A-C755-E6395F8E4F8B}"/>
                </a:ext>
              </a:extLst>
            </p:cNvPr>
            <p:cNvSpPr txBox="1"/>
            <p:nvPr/>
          </p:nvSpPr>
          <p:spPr>
            <a:xfrm>
              <a:off x="3519973" y="6469351"/>
              <a:ext cx="14679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pololu25D 20.4:1 12V</a:t>
              </a:r>
            </a:p>
          </p:txBody>
        </p:sp>
        <p:pic>
          <p:nvPicPr>
            <p:cNvPr id="59" name="図 58">
              <a:extLst>
                <a:ext uri="{FF2B5EF4-FFF2-40B4-BE49-F238E27FC236}">
                  <a16:creationId xmlns:a16="http://schemas.microsoft.com/office/drawing/2014/main" id="{2C8A44B1-D4B7-A60C-B157-456D12096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3965" y="6087213"/>
              <a:ext cx="1080000" cy="443532"/>
            </a:xfrm>
            <a:prstGeom prst="rect">
              <a:avLst/>
            </a:prstGeom>
          </p:spPr>
        </p:pic>
      </p:grpSp>
      <p:grpSp>
        <p:nvGrpSpPr>
          <p:cNvPr id="106" name="グループ化 105">
            <a:extLst>
              <a:ext uri="{FF2B5EF4-FFF2-40B4-BE49-F238E27FC236}">
                <a16:creationId xmlns:a16="http://schemas.microsoft.com/office/drawing/2014/main" id="{55B04CC7-A744-80C9-ABBC-3ED135FD6661}"/>
              </a:ext>
            </a:extLst>
          </p:cNvPr>
          <p:cNvGrpSpPr/>
          <p:nvPr/>
        </p:nvGrpSpPr>
        <p:grpSpPr>
          <a:xfrm>
            <a:off x="7087989" y="11546673"/>
            <a:ext cx="1652986" cy="1108148"/>
            <a:chOff x="8538414" y="3250618"/>
            <a:chExt cx="1652986" cy="1108148"/>
          </a:xfrm>
        </p:grpSpPr>
        <p:sp>
          <p:nvSpPr>
            <p:cNvPr id="102" name="四角形: 角を丸くする 101">
              <a:extLst>
                <a:ext uri="{FF2B5EF4-FFF2-40B4-BE49-F238E27FC236}">
                  <a16:creationId xmlns:a16="http://schemas.microsoft.com/office/drawing/2014/main" id="{B124E596-3909-7345-E26A-0A4EC8F9E68E}"/>
                </a:ext>
              </a:extLst>
            </p:cNvPr>
            <p:cNvSpPr/>
            <p:nvPr/>
          </p:nvSpPr>
          <p:spPr>
            <a:xfrm>
              <a:off x="8554907" y="3250618"/>
              <a:ext cx="1620000" cy="10800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528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04" name="テキスト ボックス 103">
              <a:extLst>
                <a:ext uri="{FF2B5EF4-FFF2-40B4-BE49-F238E27FC236}">
                  <a16:creationId xmlns:a16="http://schemas.microsoft.com/office/drawing/2014/main" id="{E39C5868-A243-BC9C-4927-C512A97F8E55}"/>
                </a:ext>
              </a:extLst>
            </p:cNvPr>
            <p:cNvSpPr txBox="1"/>
            <p:nvPr/>
          </p:nvSpPr>
          <p:spPr>
            <a:xfrm>
              <a:off x="8538414" y="3267224"/>
              <a:ext cx="16529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Motor</a:t>
              </a:r>
              <a:r>
                <a:rPr kumimoji="1" lang="ja-JP" altLang="en-US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 </a:t>
              </a:r>
              <a:r>
                <a:rPr kumimoji="1" lang="en-US" altLang="ja-JP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Driver</a:t>
              </a:r>
            </a:p>
          </p:txBody>
        </p:sp>
        <p:sp>
          <p:nvSpPr>
            <p:cNvPr id="105" name="テキスト ボックス 104">
              <a:extLst>
                <a:ext uri="{FF2B5EF4-FFF2-40B4-BE49-F238E27FC236}">
                  <a16:creationId xmlns:a16="http://schemas.microsoft.com/office/drawing/2014/main" id="{A5B5DAC9-DCE2-0AF9-7903-D11B97CCCBCC}"/>
                </a:ext>
              </a:extLst>
            </p:cNvPr>
            <p:cNvSpPr txBox="1"/>
            <p:nvPr/>
          </p:nvSpPr>
          <p:spPr>
            <a:xfrm>
              <a:off x="8630915" y="3989434"/>
              <a:ext cx="1467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DRV8835</a:t>
              </a:r>
            </a:p>
          </p:txBody>
        </p:sp>
        <p:pic>
          <p:nvPicPr>
            <p:cNvPr id="54" name="図 53">
              <a:extLst>
                <a:ext uri="{FF2B5EF4-FFF2-40B4-BE49-F238E27FC236}">
                  <a16:creationId xmlns:a16="http://schemas.microsoft.com/office/drawing/2014/main" id="{B699085E-B3DD-E10C-2D98-234B3A3FDC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83" t="19295" r="30858" b="23699"/>
            <a:stretch/>
          </p:blipFill>
          <p:spPr>
            <a:xfrm>
              <a:off x="9213937" y="3556618"/>
              <a:ext cx="301941" cy="468000"/>
            </a:xfrm>
            <a:prstGeom prst="rect">
              <a:avLst/>
            </a:prstGeom>
          </p:spPr>
        </p:pic>
      </p:grpSp>
      <p:grpSp>
        <p:nvGrpSpPr>
          <p:cNvPr id="119" name="グループ化 118">
            <a:extLst>
              <a:ext uri="{FF2B5EF4-FFF2-40B4-BE49-F238E27FC236}">
                <a16:creationId xmlns:a16="http://schemas.microsoft.com/office/drawing/2014/main" id="{DC64F77F-1B73-801B-0D32-FA1C8D4144D3}"/>
              </a:ext>
            </a:extLst>
          </p:cNvPr>
          <p:cNvGrpSpPr/>
          <p:nvPr/>
        </p:nvGrpSpPr>
        <p:grpSpPr>
          <a:xfrm>
            <a:off x="3895306" y="12765091"/>
            <a:ext cx="6073920" cy="972000"/>
            <a:chOff x="2914671" y="6417351"/>
            <a:chExt cx="6073920" cy="972000"/>
          </a:xfrm>
        </p:grpSpPr>
        <p:sp>
          <p:nvSpPr>
            <p:cNvPr id="115" name="四角形: 角を丸くする 114">
              <a:extLst>
                <a:ext uri="{FF2B5EF4-FFF2-40B4-BE49-F238E27FC236}">
                  <a16:creationId xmlns:a16="http://schemas.microsoft.com/office/drawing/2014/main" id="{1DBCC13D-C374-AF6F-A101-1D8CACEDC6A0}"/>
                </a:ext>
              </a:extLst>
            </p:cNvPr>
            <p:cNvSpPr/>
            <p:nvPr/>
          </p:nvSpPr>
          <p:spPr>
            <a:xfrm>
              <a:off x="2914671" y="6417351"/>
              <a:ext cx="1440000" cy="972000"/>
            </a:xfrm>
            <a:prstGeom prst="round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Analog</a:t>
              </a:r>
              <a:endParaRPr kumimoji="1" lang="ja-JP" altLang="en-US" sz="2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16" name="四角形: 角を丸くする 115">
              <a:extLst>
                <a:ext uri="{FF2B5EF4-FFF2-40B4-BE49-F238E27FC236}">
                  <a16:creationId xmlns:a16="http://schemas.microsoft.com/office/drawing/2014/main" id="{992F8021-8AED-674E-0A0E-10E631D2AA42}"/>
                </a:ext>
              </a:extLst>
            </p:cNvPr>
            <p:cNvSpPr/>
            <p:nvPr/>
          </p:nvSpPr>
          <p:spPr>
            <a:xfrm>
              <a:off x="4459311" y="6417351"/>
              <a:ext cx="1440000" cy="9720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Digital</a:t>
              </a:r>
              <a:endParaRPr kumimoji="1" lang="ja-JP" altLang="en-US" sz="2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17" name="四角形: 角を丸くする 116">
              <a:extLst>
                <a:ext uri="{FF2B5EF4-FFF2-40B4-BE49-F238E27FC236}">
                  <a16:creationId xmlns:a16="http://schemas.microsoft.com/office/drawing/2014/main" id="{9C3FEDEE-4579-7F82-BD86-F28932673143}"/>
                </a:ext>
              </a:extLst>
            </p:cNvPr>
            <p:cNvSpPr/>
            <p:nvPr/>
          </p:nvSpPr>
          <p:spPr>
            <a:xfrm>
              <a:off x="6003951" y="6417351"/>
              <a:ext cx="1440000" cy="972000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UART</a:t>
              </a:r>
              <a:endParaRPr kumimoji="1" lang="ja-JP" altLang="en-US" sz="2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18" name="四角形: 角を丸くする 117">
              <a:extLst>
                <a:ext uri="{FF2B5EF4-FFF2-40B4-BE49-F238E27FC236}">
                  <a16:creationId xmlns:a16="http://schemas.microsoft.com/office/drawing/2014/main" id="{32CE9EEC-D2DB-FA68-E527-6E86CE998E77}"/>
                </a:ext>
              </a:extLst>
            </p:cNvPr>
            <p:cNvSpPr/>
            <p:nvPr/>
          </p:nvSpPr>
          <p:spPr>
            <a:xfrm>
              <a:off x="7548591" y="6417351"/>
              <a:ext cx="1440000" cy="97200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PWM</a:t>
              </a:r>
              <a:endPara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cxnSp>
        <p:nvCxnSpPr>
          <p:cNvPr id="124" name="直線コネクタ 123">
            <a:extLst>
              <a:ext uri="{FF2B5EF4-FFF2-40B4-BE49-F238E27FC236}">
                <a16:creationId xmlns:a16="http://schemas.microsoft.com/office/drawing/2014/main" id="{17A72673-FF6C-D691-6562-4BA7C44EF11A}"/>
              </a:ext>
            </a:extLst>
          </p:cNvPr>
          <p:cNvCxnSpPr>
            <a:cxnSpLocks/>
          </p:cNvCxnSpPr>
          <p:nvPr/>
        </p:nvCxnSpPr>
        <p:spPr>
          <a:xfrm flipV="1">
            <a:off x="-3503" y="8481245"/>
            <a:ext cx="5324144" cy="27214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テキスト ボックス 1023">
            <a:extLst>
              <a:ext uri="{FF2B5EF4-FFF2-40B4-BE49-F238E27FC236}">
                <a16:creationId xmlns:a16="http://schemas.microsoft.com/office/drawing/2014/main" id="{342F3EFF-6080-7D7A-F395-F92D59E413FB}"/>
              </a:ext>
            </a:extLst>
          </p:cNvPr>
          <p:cNvSpPr txBox="1"/>
          <p:nvPr/>
        </p:nvSpPr>
        <p:spPr>
          <a:xfrm>
            <a:off x="5323259" y="2267913"/>
            <a:ext cx="47915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u="sng" dirty="0"/>
              <a:t>① システム概要図</a:t>
            </a:r>
          </a:p>
        </p:txBody>
      </p:sp>
      <p:sp>
        <p:nvSpPr>
          <p:cNvPr id="1027" name="正方形/長方形 1026">
            <a:extLst>
              <a:ext uri="{FF2B5EF4-FFF2-40B4-BE49-F238E27FC236}">
                <a16:creationId xmlns:a16="http://schemas.microsoft.com/office/drawing/2014/main" id="{5319F043-090D-053F-65E1-87C68AB55B11}"/>
              </a:ext>
            </a:extLst>
          </p:cNvPr>
          <p:cNvSpPr/>
          <p:nvPr/>
        </p:nvSpPr>
        <p:spPr>
          <a:xfrm>
            <a:off x="12033936" y="2200550"/>
            <a:ext cx="9349688" cy="2692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noFill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28" name="テキスト ボックス 1027">
            <a:extLst>
              <a:ext uri="{FF2B5EF4-FFF2-40B4-BE49-F238E27FC236}">
                <a16:creationId xmlns:a16="http://schemas.microsoft.com/office/drawing/2014/main" id="{1E7700EE-CB6A-24A1-DE72-797689075916}"/>
              </a:ext>
            </a:extLst>
          </p:cNvPr>
          <p:cNvSpPr txBox="1"/>
          <p:nvPr/>
        </p:nvSpPr>
        <p:spPr>
          <a:xfrm>
            <a:off x="12065209" y="2267913"/>
            <a:ext cx="47915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u="sng" dirty="0"/>
              <a:t>② 開発環境</a:t>
            </a:r>
          </a:p>
        </p:txBody>
      </p:sp>
      <p:sp>
        <p:nvSpPr>
          <p:cNvPr id="1031" name="テキスト ボックス 1030">
            <a:extLst>
              <a:ext uri="{FF2B5EF4-FFF2-40B4-BE49-F238E27FC236}">
                <a16:creationId xmlns:a16="http://schemas.microsoft.com/office/drawing/2014/main" id="{0D9C6464-17DF-BBE2-7B85-260E4F1428B6}"/>
              </a:ext>
            </a:extLst>
          </p:cNvPr>
          <p:cNvSpPr txBox="1"/>
          <p:nvPr/>
        </p:nvSpPr>
        <p:spPr>
          <a:xfrm flipH="1">
            <a:off x="12140873" y="3111254"/>
            <a:ext cx="306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プログラミング</a:t>
            </a:r>
          </a:p>
        </p:txBody>
      </p:sp>
      <p:sp>
        <p:nvSpPr>
          <p:cNvPr id="1032" name="テキスト ボックス 1031">
            <a:extLst>
              <a:ext uri="{FF2B5EF4-FFF2-40B4-BE49-F238E27FC236}">
                <a16:creationId xmlns:a16="http://schemas.microsoft.com/office/drawing/2014/main" id="{47DED48F-20A1-F222-2380-18046D05AAFE}"/>
              </a:ext>
            </a:extLst>
          </p:cNvPr>
          <p:cNvSpPr txBox="1"/>
          <p:nvPr/>
        </p:nvSpPr>
        <p:spPr>
          <a:xfrm flipH="1">
            <a:off x="15261433" y="3111254"/>
            <a:ext cx="306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機体設計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33" name="テキスト ボックス 1032">
            <a:extLst>
              <a:ext uri="{FF2B5EF4-FFF2-40B4-BE49-F238E27FC236}">
                <a16:creationId xmlns:a16="http://schemas.microsoft.com/office/drawing/2014/main" id="{C01DF254-7592-5590-9BC6-10398EFDA844}"/>
              </a:ext>
            </a:extLst>
          </p:cNvPr>
          <p:cNvSpPr txBox="1"/>
          <p:nvPr/>
        </p:nvSpPr>
        <p:spPr>
          <a:xfrm>
            <a:off x="18327488" y="3111254"/>
            <a:ext cx="899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連絡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034" name="Picture 5" descr="Arduino IDE - Download">
            <a:extLst>
              <a:ext uri="{FF2B5EF4-FFF2-40B4-BE49-F238E27FC236}">
                <a16:creationId xmlns:a16="http://schemas.microsoft.com/office/drawing/2014/main" id="{F3E4EC2C-BB9D-4DBE-CC77-E0A9D8B8F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2365" y="3560378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テキスト ボックス 1034">
            <a:extLst>
              <a:ext uri="{FF2B5EF4-FFF2-40B4-BE49-F238E27FC236}">
                <a16:creationId xmlns:a16="http://schemas.microsoft.com/office/drawing/2014/main" id="{095F17D3-A1EA-5B08-8D7D-31C8B5ADAE4B}"/>
              </a:ext>
            </a:extLst>
          </p:cNvPr>
          <p:cNvSpPr txBox="1"/>
          <p:nvPr/>
        </p:nvSpPr>
        <p:spPr>
          <a:xfrm>
            <a:off x="12922364" y="3689546"/>
            <a:ext cx="234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Arduino IDE</a:t>
            </a:r>
            <a:endParaRPr kumimoji="1" lang="ja-JP" altLang="en-US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036" name="グラフィックス 1035">
            <a:extLst>
              <a:ext uri="{FF2B5EF4-FFF2-40B4-BE49-F238E27FC236}">
                <a16:creationId xmlns:a16="http://schemas.microsoft.com/office/drawing/2014/main" id="{D4272848-DF70-DB77-A595-0746A170AD8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382548" y="3657147"/>
            <a:ext cx="720000" cy="526463"/>
          </a:xfrm>
          <a:prstGeom prst="rect">
            <a:avLst/>
          </a:prstGeom>
        </p:spPr>
      </p:pic>
      <p:pic>
        <p:nvPicPr>
          <p:cNvPr id="1037" name="Picture 15" descr="Fusion 360 CAM | Fusion 360の購入 Autodesk Japan公式法人販売パートナー">
            <a:extLst>
              <a:ext uri="{FF2B5EF4-FFF2-40B4-BE49-F238E27FC236}">
                <a16:creationId xmlns:a16="http://schemas.microsoft.com/office/drawing/2014/main" id="{3B0D7BDE-62BA-C088-F8AF-63B003233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0687" y="3593013"/>
            <a:ext cx="720000" cy="654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8" name="テキスト ボックス 1037">
            <a:extLst>
              <a:ext uri="{FF2B5EF4-FFF2-40B4-BE49-F238E27FC236}">
                <a16:creationId xmlns:a16="http://schemas.microsoft.com/office/drawing/2014/main" id="{5B148708-7F86-419C-290F-610A6564A2D0}"/>
              </a:ext>
            </a:extLst>
          </p:cNvPr>
          <p:cNvSpPr txBox="1"/>
          <p:nvPr/>
        </p:nvSpPr>
        <p:spPr>
          <a:xfrm>
            <a:off x="16040686" y="3689546"/>
            <a:ext cx="234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Fusion 360</a:t>
            </a:r>
            <a:endParaRPr kumimoji="1" lang="ja-JP" altLang="en-US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39" name="テキスト ボックス 1038">
            <a:extLst>
              <a:ext uri="{FF2B5EF4-FFF2-40B4-BE49-F238E27FC236}">
                <a16:creationId xmlns:a16="http://schemas.microsoft.com/office/drawing/2014/main" id="{9C9C21DB-3DB2-FACE-958C-AEB571997466}"/>
              </a:ext>
            </a:extLst>
          </p:cNvPr>
          <p:cNvSpPr txBox="1"/>
          <p:nvPr/>
        </p:nvSpPr>
        <p:spPr>
          <a:xfrm>
            <a:off x="19102547" y="3689546"/>
            <a:ext cx="1541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Discord</a:t>
            </a:r>
            <a:endParaRPr kumimoji="1" lang="ja-JP" altLang="en-US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40" name="正方形/長方形 1039">
            <a:extLst>
              <a:ext uri="{FF2B5EF4-FFF2-40B4-BE49-F238E27FC236}">
                <a16:creationId xmlns:a16="http://schemas.microsoft.com/office/drawing/2014/main" id="{009430C4-DAFE-F01F-9941-4B915545F8DD}"/>
              </a:ext>
            </a:extLst>
          </p:cNvPr>
          <p:cNvSpPr/>
          <p:nvPr/>
        </p:nvSpPr>
        <p:spPr>
          <a:xfrm>
            <a:off x="12036085" y="4893242"/>
            <a:ext cx="9349688" cy="10226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noFill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41" name="テキスト ボックス 1040">
            <a:extLst>
              <a:ext uri="{FF2B5EF4-FFF2-40B4-BE49-F238E27FC236}">
                <a16:creationId xmlns:a16="http://schemas.microsoft.com/office/drawing/2014/main" id="{00F32858-3A81-FA1C-9C26-C4873E5AA28B}"/>
              </a:ext>
            </a:extLst>
          </p:cNvPr>
          <p:cNvSpPr txBox="1"/>
          <p:nvPr/>
        </p:nvSpPr>
        <p:spPr>
          <a:xfrm>
            <a:off x="12068447" y="4960606"/>
            <a:ext cx="47915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u="sng" dirty="0"/>
              <a:t>③ ハードウェア</a:t>
            </a:r>
          </a:p>
        </p:txBody>
      </p:sp>
      <p:pic>
        <p:nvPicPr>
          <p:cNvPr id="1043" name="図 1042">
            <a:extLst>
              <a:ext uri="{FF2B5EF4-FFF2-40B4-BE49-F238E27FC236}">
                <a16:creationId xmlns:a16="http://schemas.microsoft.com/office/drawing/2014/main" id="{44064372-6EF9-4789-AB43-F9D2DF548CD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82" t="18962" r="37799" b="19218"/>
          <a:stretch/>
        </p:blipFill>
        <p:spPr>
          <a:xfrm>
            <a:off x="12970207" y="6689328"/>
            <a:ext cx="3898908" cy="494263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4A408F1-C275-13E3-126A-DB5AF673B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1383625" cy="457200"/>
          </a:xfrm>
          <a:prstGeom prst="rect">
            <a:avLst/>
          </a:prstGeom>
          <a:solidFill>
            <a:srgbClr val="3031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2100" b="0" i="0" u="none" strike="noStrike" cap="none" normalizeH="0" baseline="0">
                <a:ln>
                  <a:noFill/>
                </a:ln>
                <a:solidFill>
                  <a:srgbClr val="E8EAED"/>
                </a:solidFill>
                <a:effectLst/>
                <a:latin typeface="Arial Unicode MS"/>
                <a:ea typeface="inherit"/>
                <a:cs typeface="Arial" panose="020B0604020202020204" pitchFamily="34" charset="0"/>
              </a:rPr>
              <a:t>gyro sensor</a:t>
            </a:r>
            <a:endParaRPr kumimoji="0" lang="ja-JP" altLang="ja-JP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ja-JP" altLang="ja-JP" b="0" i="0" u="none" strike="noStrike" cap="none" normalizeH="0" baseline="0">
                <a:ln>
                  <a:noFill/>
                </a:ln>
                <a:solidFill>
                  <a:srgbClr val="ECECE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25DAA4-7F05-F223-3270-3E871BC14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21383625" cy="457200"/>
          </a:xfrm>
          <a:prstGeom prst="rect">
            <a:avLst/>
          </a:prstGeom>
          <a:solidFill>
            <a:srgbClr val="3031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2100" b="0" i="0" u="none" strike="noStrike" cap="none" normalizeH="0" baseline="0">
                <a:ln>
                  <a:noFill/>
                </a:ln>
                <a:solidFill>
                  <a:srgbClr val="E8EAED"/>
                </a:solidFill>
                <a:effectLst/>
                <a:latin typeface="Arial Unicode MS"/>
                <a:ea typeface="inherit"/>
                <a:cs typeface="Arial" panose="020B0604020202020204" pitchFamily="34" charset="0"/>
              </a:rPr>
              <a:t>gyro sensor</a:t>
            </a:r>
            <a:endParaRPr kumimoji="0" lang="ja-JP" altLang="ja-JP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ja-JP" altLang="ja-JP" b="0" i="0" u="none" strike="noStrike" cap="none" normalizeH="0" baseline="0">
                <a:ln>
                  <a:noFill/>
                </a:ln>
                <a:solidFill>
                  <a:srgbClr val="ECECE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E4DF0B-B115-3C5E-2D5E-053C5F576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21383625" cy="457200"/>
          </a:xfrm>
          <a:prstGeom prst="rect">
            <a:avLst/>
          </a:prstGeom>
          <a:solidFill>
            <a:srgbClr val="3031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2100" b="0" i="0" u="none" strike="noStrike" cap="none" normalizeH="0" baseline="0">
                <a:ln>
                  <a:noFill/>
                </a:ln>
                <a:solidFill>
                  <a:srgbClr val="E8EAED"/>
                </a:solidFill>
                <a:effectLst/>
                <a:latin typeface="Arial Unicode MS"/>
                <a:ea typeface="inherit"/>
                <a:cs typeface="Arial" panose="020B0604020202020204" pitchFamily="34" charset="0"/>
              </a:rPr>
              <a:t>gyro sensor</a:t>
            </a:r>
            <a:endParaRPr kumimoji="0" lang="ja-JP" altLang="ja-JP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ja-JP" altLang="ja-JP" b="0" i="0" u="none" strike="noStrike" cap="none" normalizeH="0" baseline="0">
                <a:ln>
                  <a:noFill/>
                </a:ln>
                <a:solidFill>
                  <a:srgbClr val="ECECE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E18986-D002-C938-FF8F-B50C9B1BC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21383625" cy="457200"/>
          </a:xfrm>
          <a:prstGeom prst="rect">
            <a:avLst/>
          </a:prstGeom>
          <a:solidFill>
            <a:srgbClr val="3031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28566" rIns="0" bIns="-2856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2100" b="0" i="0" u="none" strike="noStrike" cap="none" normalizeH="0" baseline="0">
                <a:ln>
                  <a:noFill/>
                </a:ln>
                <a:solidFill>
                  <a:srgbClr val="E8EAED"/>
                </a:solidFill>
                <a:effectLst/>
                <a:latin typeface="Arial Unicode MS"/>
                <a:ea typeface="inherit"/>
              </a:rPr>
              <a:t>gyro sensor</a:t>
            </a:r>
            <a:r>
              <a:rPr kumimoji="0" lang="ja-JP" altLang="ja-JP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02BFCE96-5ED7-4586-F63C-7FF6BAF3E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21383625" cy="457200"/>
          </a:xfrm>
          <a:prstGeom prst="rect">
            <a:avLst/>
          </a:prstGeom>
          <a:solidFill>
            <a:srgbClr val="3031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28566" rIns="0" bIns="-2856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2100" b="0" i="0" u="none" strike="noStrike" cap="none" normalizeH="0" baseline="0">
                <a:ln>
                  <a:noFill/>
                </a:ln>
                <a:solidFill>
                  <a:srgbClr val="E8EAED"/>
                </a:solidFill>
                <a:effectLst/>
                <a:latin typeface="Arial Unicode MS"/>
                <a:ea typeface="inherit"/>
              </a:rPr>
              <a:t>gyro sensor</a:t>
            </a:r>
            <a:r>
              <a:rPr kumimoji="0" lang="ja-JP" altLang="ja-JP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49710C8C-CA77-5773-E014-D98A2404A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762000"/>
            <a:ext cx="21383625" cy="457200"/>
          </a:xfrm>
          <a:prstGeom prst="rect">
            <a:avLst/>
          </a:prstGeom>
          <a:solidFill>
            <a:srgbClr val="3031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28566" rIns="0" bIns="-2856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2100" b="0" i="0" u="none" strike="noStrike" cap="none" normalizeH="0" baseline="0">
                <a:ln>
                  <a:noFill/>
                </a:ln>
                <a:solidFill>
                  <a:srgbClr val="E8EAED"/>
                </a:solidFill>
                <a:effectLst/>
                <a:latin typeface="Arial Unicode MS"/>
                <a:ea typeface="inherit"/>
              </a:rPr>
              <a:t>gyro sensor</a:t>
            </a:r>
            <a:r>
              <a:rPr kumimoji="0" lang="ja-JP" altLang="ja-JP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A2D21F04-0C5B-E8F2-139E-CB100BC87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914400"/>
            <a:ext cx="21383625" cy="457200"/>
          </a:xfrm>
          <a:prstGeom prst="rect">
            <a:avLst/>
          </a:prstGeom>
          <a:solidFill>
            <a:srgbClr val="3031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28566" rIns="0" bIns="-2856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2100" b="0" i="0" u="none" strike="noStrike" cap="none" normalizeH="0" baseline="0">
                <a:ln>
                  <a:noFill/>
                </a:ln>
                <a:solidFill>
                  <a:srgbClr val="E8EAED"/>
                </a:solidFill>
                <a:effectLst/>
                <a:latin typeface="Arial Unicode MS"/>
                <a:ea typeface="inherit"/>
              </a:rPr>
              <a:t>gyro sensor</a:t>
            </a:r>
            <a:r>
              <a:rPr kumimoji="0" lang="ja-JP" altLang="ja-JP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2ED884E5-39A4-7049-5E28-639520B151D7}"/>
              </a:ext>
            </a:extLst>
          </p:cNvPr>
          <p:cNvGrpSpPr/>
          <p:nvPr/>
        </p:nvGrpSpPr>
        <p:grpSpPr>
          <a:xfrm>
            <a:off x="5123557" y="10093825"/>
            <a:ext cx="1620000" cy="1128118"/>
            <a:chOff x="5123557" y="10093825"/>
            <a:chExt cx="1620000" cy="1128118"/>
          </a:xfrm>
        </p:grpSpPr>
        <p:grpSp>
          <p:nvGrpSpPr>
            <p:cNvPr id="93" name="グループ化 92">
              <a:extLst>
                <a:ext uri="{FF2B5EF4-FFF2-40B4-BE49-F238E27FC236}">
                  <a16:creationId xmlns:a16="http://schemas.microsoft.com/office/drawing/2014/main" id="{6B8F2D71-B6A5-080B-5DE3-DBB79243F0A4}"/>
                </a:ext>
              </a:extLst>
            </p:cNvPr>
            <p:cNvGrpSpPr/>
            <p:nvPr/>
          </p:nvGrpSpPr>
          <p:grpSpPr>
            <a:xfrm>
              <a:off x="5123557" y="10093825"/>
              <a:ext cx="1620000" cy="1128118"/>
              <a:chOff x="4185730" y="3850811"/>
              <a:chExt cx="1620000" cy="1128118"/>
            </a:xfrm>
          </p:grpSpPr>
          <p:sp>
            <p:nvSpPr>
              <p:cNvPr id="89" name="四角形: 角を丸くする 88">
                <a:extLst>
                  <a:ext uri="{FF2B5EF4-FFF2-40B4-BE49-F238E27FC236}">
                    <a16:creationId xmlns:a16="http://schemas.microsoft.com/office/drawing/2014/main" id="{B712F610-4BE3-D24F-EC44-179219071260}"/>
                  </a:ext>
                </a:extLst>
              </p:cNvPr>
              <p:cNvSpPr/>
              <p:nvPr/>
            </p:nvSpPr>
            <p:spPr>
              <a:xfrm>
                <a:off x="4185730" y="3858751"/>
                <a:ext cx="1620000" cy="1080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3528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sp>
            <p:nvSpPr>
              <p:cNvPr id="91" name="テキスト ボックス 90">
                <a:extLst>
                  <a:ext uri="{FF2B5EF4-FFF2-40B4-BE49-F238E27FC236}">
                    <a16:creationId xmlns:a16="http://schemas.microsoft.com/office/drawing/2014/main" id="{1CA63047-33F0-E02F-CE7D-1F26485AB54B}"/>
                  </a:ext>
                </a:extLst>
              </p:cNvPr>
              <p:cNvSpPr txBox="1"/>
              <p:nvPr/>
            </p:nvSpPr>
            <p:spPr>
              <a:xfrm>
                <a:off x="4583227" y="3850811"/>
                <a:ext cx="8250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Gyro</a:t>
                </a:r>
                <a:endParaRPr kumimoji="1" lang="ja-JP" altLang="en-US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D8800DF2-95CA-E808-ADF1-42DFB8C3807A}"/>
                  </a:ext>
                </a:extLst>
              </p:cNvPr>
              <p:cNvSpPr txBox="1"/>
              <p:nvPr/>
            </p:nvSpPr>
            <p:spPr>
              <a:xfrm>
                <a:off x="4261738" y="4609597"/>
                <a:ext cx="1467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MPU6050</a:t>
                </a:r>
              </a:p>
            </p:txBody>
          </p:sp>
        </p:grp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40D73F90-3A1D-FDD7-D17D-E8E3E2262F06}"/>
                </a:ext>
              </a:extLst>
            </p:cNvPr>
            <p:cNvGrpSpPr/>
            <p:nvPr/>
          </p:nvGrpSpPr>
          <p:grpSpPr>
            <a:xfrm>
              <a:off x="5573557" y="10414757"/>
              <a:ext cx="720000" cy="468000"/>
              <a:chOff x="3176738" y="10574763"/>
              <a:chExt cx="720000" cy="468000"/>
            </a:xfrm>
          </p:grpSpPr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CC4D729F-3E37-D0E3-7B0D-F1B813A34925}"/>
                  </a:ext>
                </a:extLst>
              </p:cNvPr>
              <p:cNvSpPr/>
              <p:nvPr/>
            </p:nvSpPr>
            <p:spPr>
              <a:xfrm>
                <a:off x="3176738" y="10574763"/>
                <a:ext cx="720000" cy="468000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49AD1F3D-B543-933A-874D-1F36032149DE}"/>
                  </a:ext>
                </a:extLst>
              </p:cNvPr>
              <p:cNvSpPr/>
              <p:nvPr/>
            </p:nvSpPr>
            <p:spPr>
              <a:xfrm>
                <a:off x="3384338" y="10625356"/>
                <a:ext cx="304800" cy="56877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CE5296CE-9760-A3B8-8B52-64CD8A899CF9}"/>
                  </a:ext>
                </a:extLst>
              </p:cNvPr>
              <p:cNvSpPr/>
              <p:nvPr/>
            </p:nvSpPr>
            <p:spPr>
              <a:xfrm>
                <a:off x="3410738" y="10794286"/>
                <a:ext cx="252000" cy="1260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</p:grp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DCF3E11-E97C-1F84-EE95-9FD05E9F5447}"/>
              </a:ext>
            </a:extLst>
          </p:cNvPr>
          <p:cNvSpPr/>
          <p:nvPr/>
        </p:nvSpPr>
        <p:spPr>
          <a:xfrm>
            <a:off x="1863194" y="10192786"/>
            <a:ext cx="1080000" cy="576000"/>
          </a:xfrm>
          <a:prstGeom prst="rect">
            <a:avLst/>
          </a:prstGeom>
          <a:solidFill>
            <a:srgbClr val="27E1C2"/>
          </a:solidFill>
          <a:ln>
            <a:solidFill>
              <a:srgbClr val="27E1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5E21BD2-A283-1C27-8C84-8E5B73E8D0DE}"/>
              </a:ext>
            </a:extLst>
          </p:cNvPr>
          <p:cNvSpPr/>
          <p:nvPr/>
        </p:nvSpPr>
        <p:spPr>
          <a:xfrm>
            <a:off x="1795461" y="10234757"/>
            <a:ext cx="27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ABC33D1-3AEF-6E97-6EC3-F5DDAE72E0A4}"/>
              </a:ext>
            </a:extLst>
          </p:cNvPr>
          <p:cNvSpPr/>
          <p:nvPr/>
        </p:nvSpPr>
        <p:spPr>
          <a:xfrm>
            <a:off x="2102808" y="10224491"/>
            <a:ext cx="810000" cy="5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F09997D-134D-9F50-DD77-18B507F6DCEB}"/>
              </a:ext>
            </a:extLst>
          </p:cNvPr>
          <p:cNvSpPr/>
          <p:nvPr/>
        </p:nvSpPr>
        <p:spPr>
          <a:xfrm>
            <a:off x="2282808" y="10670280"/>
            <a:ext cx="630000" cy="5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E06115E-F57B-AB19-D0F1-7F861171AFAD}"/>
              </a:ext>
            </a:extLst>
          </p:cNvPr>
          <p:cNvSpPr/>
          <p:nvPr/>
        </p:nvSpPr>
        <p:spPr>
          <a:xfrm>
            <a:off x="2345937" y="10481197"/>
            <a:ext cx="360000" cy="90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F6902CD8-F4E5-8F5B-1E6C-3F122529E820}"/>
              </a:ext>
            </a:extLst>
          </p:cNvPr>
          <p:cNvSpPr/>
          <p:nvPr/>
        </p:nvSpPr>
        <p:spPr>
          <a:xfrm>
            <a:off x="1832808" y="10607280"/>
            <a:ext cx="161092" cy="90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350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24994</TotalTime>
  <Words>197</Words>
  <Application>Microsoft Office PowerPoint</Application>
  <PresentationFormat>ユーザー設定</PresentationFormat>
  <Paragraphs>77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10" baseType="lpstr">
      <vt:lpstr>Arial Unicode MS</vt:lpstr>
      <vt:lpstr>メイリオ</vt:lpstr>
      <vt:lpstr>游ゴシック</vt:lpstr>
      <vt:lpstr>Arial</vt:lpstr>
      <vt:lpstr>Calibri</vt:lpstr>
      <vt:lpstr>Calibri Light</vt:lpstr>
      <vt:lpstr>Lucida Console</vt:lpstr>
      <vt:lpstr>Office テーマ</vt:lpstr>
      <vt:lpstr>Soda_DENGIKEN Shibaura Institute of Technology Junior and Senior High School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智陽 巽</dc:creator>
  <cp:lastModifiedBy>智陽 巽</cp:lastModifiedBy>
  <cp:revision>15</cp:revision>
  <dcterms:created xsi:type="dcterms:W3CDTF">2024-12-24T00:51:38Z</dcterms:created>
  <dcterms:modified xsi:type="dcterms:W3CDTF">2025-03-24T09:12:55Z</dcterms:modified>
</cp:coreProperties>
</file>