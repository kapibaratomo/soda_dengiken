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9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308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799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669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13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900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651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563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89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96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75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56988-694D-4E25-8F3B-41346BFDA509}" type="datetimeFigureOut">
              <a:rPr kumimoji="1" lang="ja-JP" altLang="en-US" smtClean="0"/>
              <a:t>2025/1/2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BCD7-7C71-4A08-B3CA-BA682E0682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664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F8EB81E-6287-40DB-AC6F-4DBD05C5EB1B}"/>
              </a:ext>
            </a:extLst>
          </p:cNvPr>
          <p:cNvSpPr/>
          <p:nvPr/>
        </p:nvSpPr>
        <p:spPr>
          <a:xfrm>
            <a:off x="0" y="7951"/>
            <a:ext cx="12192000" cy="11092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B26846-8C9C-4EA6-BF5C-E53BD97CC058}"/>
              </a:ext>
            </a:extLst>
          </p:cNvPr>
          <p:cNvSpPr txBox="1"/>
          <p:nvPr/>
        </p:nvSpPr>
        <p:spPr>
          <a:xfrm>
            <a:off x="310100" y="15907"/>
            <a:ext cx="38563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 err="1"/>
              <a:t>SODA_dengiken</a:t>
            </a:r>
            <a:endParaRPr kumimoji="1" lang="en-US" altLang="ja-JP" sz="44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68664C-F1C1-477C-994A-12CE390F89CF}"/>
              </a:ext>
            </a:extLst>
          </p:cNvPr>
          <p:cNvSpPr/>
          <p:nvPr/>
        </p:nvSpPr>
        <p:spPr>
          <a:xfrm>
            <a:off x="0" y="1125114"/>
            <a:ext cx="12192000" cy="5732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84B7D7E-69F2-499B-9D93-E840EAF7D2E6}"/>
              </a:ext>
            </a:extLst>
          </p:cNvPr>
          <p:cNvSpPr txBox="1"/>
          <p:nvPr/>
        </p:nvSpPr>
        <p:spPr>
          <a:xfrm>
            <a:off x="310100" y="760469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芝浦工業大学附属中学高等学校　電子技術研究部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25C81B-9A15-4EE0-9AF3-41AFCFA635A0}"/>
              </a:ext>
            </a:extLst>
          </p:cNvPr>
          <p:cNvSpPr/>
          <p:nvPr/>
        </p:nvSpPr>
        <p:spPr>
          <a:xfrm>
            <a:off x="68920" y="1235751"/>
            <a:ext cx="2459591" cy="2336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機体の写真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5A5E2F5-3664-46C8-B97F-1A84FEBF3EE9}"/>
              </a:ext>
            </a:extLst>
          </p:cNvPr>
          <p:cNvSpPr/>
          <p:nvPr/>
        </p:nvSpPr>
        <p:spPr>
          <a:xfrm>
            <a:off x="2685295" y="1216308"/>
            <a:ext cx="3299380" cy="1007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機体の紹介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78DD922-A48C-44EC-A85D-ADC4292EEF6F}"/>
              </a:ext>
            </a:extLst>
          </p:cNvPr>
          <p:cNvSpPr/>
          <p:nvPr/>
        </p:nvSpPr>
        <p:spPr>
          <a:xfrm>
            <a:off x="2685295" y="2378488"/>
            <a:ext cx="3299381" cy="1155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メンバー・活動のこと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74BFFC0-0C08-4037-9684-BFCB9C32A27C}"/>
              </a:ext>
            </a:extLst>
          </p:cNvPr>
          <p:cNvSpPr/>
          <p:nvPr/>
        </p:nvSpPr>
        <p:spPr>
          <a:xfrm>
            <a:off x="68920" y="3689192"/>
            <a:ext cx="5929799" cy="1233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開発環境（使ったソフト）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開発の過程とか</a:t>
            </a:r>
            <a:endParaRPr kumimoji="1" lang="en-US" altLang="ja-JP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en-US" altLang="ja-JP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0F73DEB-E403-4396-A48A-B178CF020C13}"/>
              </a:ext>
            </a:extLst>
          </p:cNvPr>
          <p:cNvSpPr/>
          <p:nvPr/>
        </p:nvSpPr>
        <p:spPr>
          <a:xfrm>
            <a:off x="6226276" y="1217437"/>
            <a:ext cx="5854399" cy="5533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機体図とそのパーツごとの説明（工夫点など）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回路の簡単な図と説明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使った部品の説明（モタドラ、アルディーノ）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E1DA4A7-5DF3-4862-9C0E-79222AB60502}"/>
              </a:ext>
            </a:extLst>
          </p:cNvPr>
          <p:cNvCxnSpPr>
            <a:cxnSpLocks/>
          </p:cNvCxnSpPr>
          <p:nvPr/>
        </p:nvCxnSpPr>
        <p:spPr>
          <a:xfrm>
            <a:off x="6096000" y="1212578"/>
            <a:ext cx="0" cy="5538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93CCFB3-949F-4EB7-BE6E-526D7A010885}"/>
              </a:ext>
            </a:extLst>
          </p:cNvPr>
          <p:cNvSpPr/>
          <p:nvPr/>
        </p:nvSpPr>
        <p:spPr>
          <a:xfrm>
            <a:off x="68920" y="5018461"/>
            <a:ext cx="2897710" cy="1732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オフェンスの紹介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465C18C-DD17-4B07-B035-6AC458196113}"/>
              </a:ext>
            </a:extLst>
          </p:cNvPr>
          <p:cNvSpPr/>
          <p:nvPr/>
        </p:nvSpPr>
        <p:spPr>
          <a:xfrm>
            <a:off x="3101009" y="5018461"/>
            <a:ext cx="2897710" cy="1732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ディフェンスの紹介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4EBEE11-8428-433C-B15F-EC6608BD34AD}"/>
              </a:ext>
            </a:extLst>
          </p:cNvPr>
          <p:cNvSpPr/>
          <p:nvPr/>
        </p:nvSpPr>
        <p:spPr>
          <a:xfrm>
            <a:off x="6376949" y="1311967"/>
            <a:ext cx="1892410" cy="534327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85C9A4C-CFCD-410C-B111-98DF07C48A8B}"/>
              </a:ext>
            </a:extLst>
          </p:cNvPr>
          <p:cNvSpPr/>
          <p:nvPr/>
        </p:nvSpPr>
        <p:spPr>
          <a:xfrm>
            <a:off x="8399633" y="1309979"/>
            <a:ext cx="3495517" cy="534327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28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66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E24030 奥山　あさひ</dc:creator>
  <cp:lastModifiedBy>E24030 奥山　あさひ</cp:lastModifiedBy>
  <cp:revision>6</cp:revision>
  <dcterms:created xsi:type="dcterms:W3CDTF">2025-01-02T08:44:41Z</dcterms:created>
  <dcterms:modified xsi:type="dcterms:W3CDTF">2025-01-02T10:35:40Z</dcterms:modified>
</cp:coreProperties>
</file>